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  <p:sldMasterId id="2147483685" r:id="rId5"/>
  </p:sldMasterIdLst>
  <p:notesMasterIdLst>
    <p:notesMasterId r:id="rId26"/>
  </p:notesMasterIdLst>
  <p:sldIdLst>
    <p:sldId id="1460" r:id="rId6"/>
    <p:sldId id="256" r:id="rId7"/>
    <p:sldId id="261" r:id="rId8"/>
    <p:sldId id="258" r:id="rId9"/>
    <p:sldId id="275" r:id="rId10"/>
    <p:sldId id="268" r:id="rId11"/>
    <p:sldId id="260" r:id="rId12"/>
    <p:sldId id="294" r:id="rId13"/>
    <p:sldId id="295" r:id="rId14"/>
    <p:sldId id="296" r:id="rId15"/>
    <p:sldId id="301" r:id="rId16"/>
    <p:sldId id="302" r:id="rId17"/>
    <p:sldId id="1461" r:id="rId18"/>
    <p:sldId id="297" r:id="rId19"/>
    <p:sldId id="303" r:id="rId20"/>
    <p:sldId id="298" r:id="rId21"/>
    <p:sldId id="299" r:id="rId22"/>
    <p:sldId id="278" r:id="rId23"/>
    <p:sldId id="300" r:id="rId24"/>
    <p:sldId id="304" r:id="rId25"/>
  </p:sldIdLst>
  <p:sldSz cx="9144000" cy="5143500" type="screen16x9"/>
  <p:notesSz cx="6858000" cy="9144000"/>
  <p:embeddedFontLst>
    <p:embeddedFont>
      <p:font typeface="Assistant" panose="020B0604020202020204" charset="-79"/>
      <p:regular r:id="rId27"/>
      <p:bold r:id="rId28"/>
    </p:embeddedFont>
    <p:embeddedFont>
      <p:font typeface="Century Gothic" panose="020B0604020202020204" charset="0"/>
      <p:regular r:id="rId29"/>
      <p:bold r:id="rId30"/>
      <p:italic r:id="rId31"/>
      <p:boldItalic r:id="rId32"/>
    </p:embeddedFont>
    <p:embeddedFont>
      <p:font typeface="Orbitron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987"/>
    <a:srgbClr val="191919"/>
    <a:srgbClr val="84BD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6AD087-340E-409E-836B-C8D4876C8BB5}" v="218" dt="2026-02-24T16:56:09.049"/>
    <p1510:client id="{93F60C00-6291-4D48-AE2C-4E7D87D51AF1}" v="50" dt="2026-02-24T16:38:42.129"/>
  </p1510:revLst>
</p1510:revInfo>
</file>

<file path=ppt/tableStyles.xml><?xml version="1.0" encoding="utf-8"?>
<a:tblStyleLst xmlns:a="http://schemas.openxmlformats.org/drawingml/2006/main" def="{44940382-D900-4BDE-BC8D-C0FC894B2CA4}">
  <a:tblStyle styleId="{44940382-D900-4BDE-BC8D-C0FC894B2C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font" Target="fonts/font8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Alonso de Freitas" userId="7aeea6d8-6631-4563-a317-e99d217b1f1f" providerId="ADAL" clId="{93F60C00-6291-4D48-AE2C-4E7D87D51AF1}"/>
    <pc:docChg chg="custSel addSld delSld modSld sldOrd">
      <pc:chgData name="Diogo Alonso de Freitas" userId="7aeea6d8-6631-4563-a317-e99d217b1f1f" providerId="ADAL" clId="{93F60C00-6291-4D48-AE2C-4E7D87D51AF1}" dt="2026-02-24T16:38:59.847" v="55" actId="47"/>
      <pc:docMkLst>
        <pc:docMk/>
      </pc:docMkLst>
      <pc:sldChg chg="addSp delSp modSp mod modTransition modAnim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56"/>
        </pc:sldMkLst>
        <pc:spChg chg="add del mod">
          <ac:chgData name="Diogo Alonso de Freitas" userId="7aeea6d8-6631-4563-a317-e99d217b1f1f" providerId="ADAL" clId="{93F60C00-6291-4D48-AE2C-4E7D87D51AF1}" dt="2026-02-24T16:36:16.813" v="35" actId="478"/>
          <ac:spMkLst>
            <pc:docMk/>
            <pc:sldMk cId="0" sldId="256"/>
            <ac:spMk id="3" creationId="{6138320F-B679-A4B7-48DD-E5A1220B0AD9}"/>
          </ac:spMkLst>
        </pc:spChg>
        <pc:spChg chg="del">
          <ac:chgData name="Diogo Alonso de Freitas" userId="7aeea6d8-6631-4563-a317-e99d217b1f1f" providerId="ADAL" clId="{93F60C00-6291-4D48-AE2C-4E7D87D51AF1}" dt="2026-02-24T16:36:15.796" v="34" actId="478"/>
          <ac:spMkLst>
            <pc:docMk/>
            <pc:sldMk cId="0" sldId="256"/>
            <ac:spMk id="446" creationId="{00000000-0000-0000-0000-000000000000}"/>
          </ac:spMkLst>
        </pc:spChg>
        <pc:spChg chg="del">
          <ac:chgData name="Diogo Alonso de Freitas" userId="7aeea6d8-6631-4563-a317-e99d217b1f1f" providerId="ADAL" clId="{93F60C00-6291-4D48-AE2C-4E7D87D51AF1}" dt="2026-02-24T16:36:15.366" v="33" actId="478"/>
          <ac:spMkLst>
            <pc:docMk/>
            <pc:sldMk cId="0" sldId="256"/>
            <ac:spMk id="450" creationId="{00000000-0000-0000-0000-000000000000}"/>
          </ac:spMkLst>
        </pc:spChg>
        <pc:spChg chg="mod">
          <ac:chgData name="Diogo Alonso de Freitas" userId="7aeea6d8-6631-4563-a317-e99d217b1f1f" providerId="ADAL" clId="{93F60C00-6291-4D48-AE2C-4E7D87D51AF1}" dt="2026-02-24T16:36:36.170" v="37" actId="1076"/>
          <ac:spMkLst>
            <pc:docMk/>
            <pc:sldMk cId="0" sldId="256"/>
            <ac:spMk id="451" creationId="{00000000-0000-0000-0000-000000000000}"/>
          </ac:spMkLst>
        </pc:spChg>
        <pc:grpChg chg="del">
          <ac:chgData name="Diogo Alonso de Freitas" userId="7aeea6d8-6631-4563-a317-e99d217b1f1f" providerId="ADAL" clId="{93F60C00-6291-4D48-AE2C-4E7D87D51AF1}" dt="2026-02-24T16:36:26.130" v="36" actId="478"/>
          <ac:grpSpMkLst>
            <pc:docMk/>
            <pc:sldMk cId="0" sldId="256"/>
            <ac:grpSpMk id="447" creationId="{00000000-0000-0000-0000-000000000000}"/>
          </ac:grpSpMkLst>
        </pc:grpChg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58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60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61"/>
        </pc:sldMkLst>
      </pc:sldChg>
      <pc:sldChg chg="del">
        <pc:chgData name="Diogo Alonso de Freitas" userId="7aeea6d8-6631-4563-a317-e99d217b1f1f" providerId="ADAL" clId="{93F60C00-6291-4D48-AE2C-4E7D87D51AF1}" dt="2026-02-24T16:33:48.601" v="32" actId="47"/>
        <pc:sldMkLst>
          <pc:docMk/>
          <pc:sldMk cId="0" sldId="265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68"/>
        </pc:sldMkLst>
      </pc:sldChg>
      <pc:sldChg chg="del">
        <pc:chgData name="Diogo Alonso de Freitas" userId="7aeea6d8-6631-4563-a317-e99d217b1f1f" providerId="ADAL" clId="{93F60C00-6291-4D48-AE2C-4E7D87D51AF1}" dt="2026-02-24T16:33:48.601" v="32" actId="47"/>
        <pc:sldMkLst>
          <pc:docMk/>
          <pc:sldMk cId="0" sldId="273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75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0" sldId="278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781185283" sldId="294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3407879365" sldId="295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910318452" sldId="296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683385237" sldId="297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1284269574" sldId="298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3329259319" sldId="299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291675387" sldId="300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846439857" sldId="301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247526246" sldId="302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2444883589" sldId="303"/>
        </pc:sldMkLst>
      </pc:sldChg>
      <pc:sldChg chg="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1341508492" sldId="304"/>
        </pc:sldMkLst>
      </pc:sldChg>
      <pc:sldChg chg="add del ord setBg">
        <pc:chgData name="Diogo Alonso de Freitas" userId="7aeea6d8-6631-4563-a317-e99d217b1f1f" providerId="ADAL" clId="{93F60C00-6291-4D48-AE2C-4E7D87D51AF1}" dt="2026-02-24T16:31:07.719" v="4" actId="47"/>
        <pc:sldMkLst>
          <pc:docMk/>
          <pc:sldMk cId="3856962131" sldId="1459"/>
        </pc:sldMkLst>
      </pc:sldChg>
      <pc:sldChg chg="modSp add mod ord modTransition">
        <pc:chgData name="Diogo Alonso de Freitas" userId="7aeea6d8-6631-4563-a317-e99d217b1f1f" providerId="ADAL" clId="{93F60C00-6291-4D48-AE2C-4E7D87D51AF1}" dt="2026-02-24T16:38:24.836" v="49"/>
        <pc:sldMkLst>
          <pc:docMk/>
          <pc:sldMk cId="1305835533" sldId="1460"/>
        </pc:sldMkLst>
        <pc:spChg chg="mod">
          <ac:chgData name="Diogo Alonso de Freitas" userId="7aeea6d8-6631-4563-a317-e99d217b1f1f" providerId="ADAL" clId="{93F60C00-6291-4D48-AE2C-4E7D87D51AF1}" dt="2026-02-24T16:37:51.592" v="48" actId="20577"/>
          <ac:spMkLst>
            <pc:docMk/>
            <pc:sldMk cId="1305835533" sldId="1460"/>
            <ac:spMk id="3" creationId="{B5B03316-58F6-50B5-44E4-B07B3374BED5}"/>
          </ac:spMkLst>
        </pc:spChg>
      </pc:sldChg>
      <pc:sldChg chg="add del ord setBg">
        <pc:chgData name="Diogo Alonso de Freitas" userId="7aeea6d8-6631-4563-a317-e99d217b1f1f" providerId="ADAL" clId="{93F60C00-6291-4D48-AE2C-4E7D87D51AF1}" dt="2026-02-24T16:38:59.847" v="55" actId="47"/>
        <pc:sldMkLst>
          <pc:docMk/>
          <pc:sldMk cId="1083492997" sldId="1461"/>
        </pc:sldMkLst>
      </pc:sldChg>
      <pc:sldChg chg="add del setBg">
        <pc:chgData name="Diogo Alonso de Freitas" userId="7aeea6d8-6631-4563-a317-e99d217b1f1f" providerId="ADAL" clId="{93F60C00-6291-4D48-AE2C-4E7D87D51AF1}" dt="2026-02-24T16:38:41.085" v="51" actId="47"/>
        <pc:sldMkLst>
          <pc:docMk/>
          <pc:sldMk cId="1255572165" sldId="1461"/>
        </pc:sldMkLst>
      </pc:sldChg>
      <pc:sldMasterChg chg="delSldLayout">
        <pc:chgData name="Diogo Alonso de Freitas" userId="7aeea6d8-6631-4563-a317-e99d217b1f1f" providerId="ADAL" clId="{93F60C00-6291-4D48-AE2C-4E7D87D51AF1}" dt="2026-02-24T16:38:59.847" v="55" actId="47"/>
        <pc:sldMasterMkLst>
          <pc:docMk/>
          <pc:sldMasterMk cId="0" sldId="2147483683"/>
        </pc:sldMasterMkLst>
        <pc:sldLayoutChg chg="del">
          <pc:chgData name="Diogo Alonso de Freitas" userId="7aeea6d8-6631-4563-a317-e99d217b1f1f" providerId="ADAL" clId="{93F60C00-6291-4D48-AE2C-4E7D87D51AF1}" dt="2026-02-24T16:33:48.601" v="32" actId="47"/>
          <pc:sldLayoutMkLst>
            <pc:docMk/>
            <pc:sldMasterMk cId="0" sldId="2147483683"/>
            <pc:sldLayoutMk cId="0" sldId="2147483661"/>
          </pc:sldLayoutMkLst>
        </pc:sldLayoutChg>
        <pc:sldLayoutChg chg="del">
          <pc:chgData name="Diogo Alonso de Freitas" userId="7aeea6d8-6631-4563-a317-e99d217b1f1f" providerId="ADAL" clId="{93F60C00-6291-4D48-AE2C-4E7D87D51AF1}" dt="2026-02-24T16:31:07.719" v="4" actId="47"/>
          <pc:sldLayoutMkLst>
            <pc:docMk/>
            <pc:sldMasterMk cId="0" sldId="2147483683"/>
            <pc:sldLayoutMk cId="3171434691" sldId="2147483684"/>
          </pc:sldLayoutMkLst>
        </pc:sldLayoutChg>
        <pc:sldLayoutChg chg="del">
          <pc:chgData name="Diogo Alonso de Freitas" userId="7aeea6d8-6631-4563-a317-e99d217b1f1f" providerId="ADAL" clId="{93F60C00-6291-4D48-AE2C-4E7D87D51AF1}" dt="2026-02-24T16:38:59.847" v="55" actId="47"/>
          <pc:sldLayoutMkLst>
            <pc:docMk/>
            <pc:sldMasterMk cId="0" sldId="2147483683"/>
            <pc:sldLayoutMk cId="2732164381" sldId="2147483687"/>
          </pc:sldLayoutMkLst>
        </pc:sldLayoutChg>
      </pc:sldMasterChg>
    </pc:docChg>
  </pc:docChgLst>
  <pc:docChgLst>
    <pc:chgData name="João Francisco Botas" userId="6762b7f4-9098-4760-ab08-1b3a76aabe10" providerId="ADAL" clId="{D194028C-26DB-4F0C-9606-685577C26020}"/>
    <pc:docChg chg="undo redo custSel addSld modSld">
      <pc:chgData name="João Francisco Botas" userId="6762b7f4-9098-4760-ab08-1b3a76aabe10" providerId="ADAL" clId="{D194028C-26DB-4F0C-9606-685577C26020}" dt="2026-02-24T16:56:09.049" v="233" actId="1076"/>
      <pc:docMkLst>
        <pc:docMk/>
      </pc:docMkLst>
      <pc:sldChg chg="addSp delSp modSp mod modShow chgLayout">
        <pc:chgData name="João Francisco Botas" userId="6762b7f4-9098-4760-ab08-1b3a76aabe10" providerId="ADAL" clId="{D194028C-26DB-4F0C-9606-685577C26020}" dt="2026-02-24T16:41:22.380" v="3" actId="729"/>
        <pc:sldMkLst>
          <pc:docMk/>
          <pc:sldMk cId="0" sldId="258"/>
        </pc:sldMkLst>
        <pc:spChg chg="add del mod">
          <ac:chgData name="João Francisco Botas" userId="6762b7f4-9098-4760-ab08-1b3a76aabe10" providerId="ADAL" clId="{D194028C-26DB-4F0C-9606-685577C26020}" dt="2026-02-24T16:41:20.355" v="2" actId="6264"/>
          <ac:spMkLst>
            <pc:docMk/>
            <pc:sldMk cId="0" sldId="258"/>
            <ac:spMk id="3" creationId="{2CD97235-E68E-C1B1-C265-E0B2317637DE}"/>
          </ac:spMkLst>
        </pc:spChg>
        <pc:spChg chg="add del mod">
          <ac:chgData name="João Francisco Botas" userId="6762b7f4-9098-4760-ab08-1b3a76aabe10" providerId="ADAL" clId="{D194028C-26DB-4F0C-9606-685577C26020}" dt="2026-02-24T16:41:20.355" v="2" actId="6264"/>
          <ac:spMkLst>
            <pc:docMk/>
            <pc:sldMk cId="0" sldId="258"/>
            <ac:spMk id="5" creationId="{A12EA2F2-4E1D-DFFA-FEC8-04E6FAB6EE45}"/>
          </ac:spMkLst>
        </pc:spChg>
        <pc:spChg chg="mod ord">
          <ac:chgData name="João Francisco Botas" userId="6762b7f4-9098-4760-ab08-1b3a76aabe10" providerId="ADAL" clId="{D194028C-26DB-4F0C-9606-685577C26020}" dt="2026-02-24T16:41:20.355" v="2" actId="6264"/>
          <ac:spMkLst>
            <pc:docMk/>
            <pc:sldMk cId="0" sldId="258"/>
            <ac:spMk id="495" creationId="{00000000-0000-0000-0000-000000000000}"/>
          </ac:spMkLst>
        </pc:spChg>
        <pc:spChg chg="mod ord">
          <ac:chgData name="João Francisco Botas" userId="6762b7f4-9098-4760-ab08-1b3a76aabe10" providerId="ADAL" clId="{D194028C-26DB-4F0C-9606-685577C26020}" dt="2026-02-24T16:41:20.355" v="2" actId="6264"/>
          <ac:spMkLst>
            <pc:docMk/>
            <pc:sldMk cId="0" sldId="258"/>
            <ac:spMk id="496" creationId="{00000000-0000-0000-0000-000000000000}"/>
          </ac:spMkLst>
        </pc:spChg>
      </pc:sldChg>
      <pc:sldChg chg="modSp mod">
        <pc:chgData name="João Francisco Botas" userId="6762b7f4-9098-4760-ab08-1b3a76aabe10" providerId="ADAL" clId="{D194028C-26DB-4F0C-9606-685577C26020}" dt="2026-02-24T16:51:08.107" v="77" actId="121"/>
        <pc:sldMkLst>
          <pc:docMk/>
          <pc:sldMk cId="2683385237" sldId="297"/>
        </pc:sldMkLst>
        <pc:spChg chg="mod">
          <ac:chgData name="João Francisco Botas" userId="6762b7f4-9098-4760-ab08-1b3a76aabe10" providerId="ADAL" clId="{D194028C-26DB-4F0C-9606-685577C26020}" dt="2026-02-24T16:51:08.107" v="77" actId="121"/>
          <ac:spMkLst>
            <pc:docMk/>
            <pc:sldMk cId="2683385237" sldId="297"/>
            <ac:spMk id="553" creationId="{F087BC74-F651-3016-AE31-BE2E97565C1D}"/>
          </ac:spMkLst>
        </pc:spChg>
      </pc:sldChg>
      <pc:sldChg chg="addSp delSp modSp mod">
        <pc:chgData name="João Francisco Botas" userId="6762b7f4-9098-4760-ab08-1b3a76aabe10" providerId="ADAL" clId="{D194028C-26DB-4F0C-9606-685577C26020}" dt="2026-02-24T16:56:09.049" v="233" actId="1076"/>
        <pc:sldMkLst>
          <pc:docMk/>
          <pc:sldMk cId="2247526246" sldId="302"/>
        </pc:sldMkLst>
        <pc:spChg chg="add mod">
          <ac:chgData name="João Francisco Botas" userId="6762b7f4-9098-4760-ab08-1b3a76aabe10" providerId="ADAL" clId="{D194028C-26DB-4F0C-9606-685577C26020}" dt="2026-02-24T16:50:33.724" v="70" actId="1076"/>
          <ac:spMkLst>
            <pc:docMk/>
            <pc:sldMk cId="2247526246" sldId="302"/>
            <ac:spMk id="10" creationId="{C862C5CC-A4A2-D742-1CB5-42CF52FBF61D}"/>
          </ac:spMkLst>
        </pc:spChg>
        <pc:spChg chg="add del mod">
          <ac:chgData name="João Francisco Botas" userId="6762b7f4-9098-4760-ab08-1b3a76aabe10" providerId="ADAL" clId="{D194028C-26DB-4F0C-9606-685577C26020}" dt="2026-02-24T16:47:44.158" v="30" actId="478"/>
          <ac:spMkLst>
            <pc:docMk/>
            <pc:sldMk cId="2247526246" sldId="302"/>
            <ac:spMk id="11" creationId="{90997DED-A52D-4430-4052-3A28C08859A2}"/>
          </ac:spMkLst>
        </pc:spChg>
        <pc:spChg chg="del mod">
          <ac:chgData name="João Francisco Botas" userId="6762b7f4-9098-4760-ab08-1b3a76aabe10" providerId="ADAL" clId="{D194028C-26DB-4F0C-9606-685577C26020}" dt="2026-02-24T16:46:13.303" v="16" actId="478"/>
          <ac:spMkLst>
            <pc:docMk/>
            <pc:sldMk cId="2247526246" sldId="302"/>
            <ac:spMk id="15" creationId="{7DA4CA60-BDAD-848A-DCCA-37A74AAFDF84}"/>
          </ac:spMkLst>
        </pc:spChg>
        <pc:spChg chg="add">
          <ac:chgData name="João Francisco Botas" userId="6762b7f4-9098-4760-ab08-1b3a76aabe10" providerId="ADAL" clId="{D194028C-26DB-4F0C-9606-685577C26020}" dt="2026-02-24T16:47:04.566" v="17"/>
          <ac:spMkLst>
            <pc:docMk/>
            <pc:sldMk cId="2247526246" sldId="302"/>
            <ac:spMk id="18" creationId="{A706A7CB-30AC-C1F8-7FE0-9D5157D0EA7C}"/>
          </ac:spMkLst>
        </pc:spChg>
        <pc:spChg chg="mod">
          <ac:chgData name="João Francisco Botas" userId="6762b7f4-9098-4760-ab08-1b3a76aabe10" providerId="ADAL" clId="{D194028C-26DB-4F0C-9606-685577C26020}" dt="2026-02-24T16:47:33.402" v="26" actId="1076"/>
          <ac:spMkLst>
            <pc:docMk/>
            <pc:sldMk cId="2247526246" sldId="302"/>
            <ac:spMk id="21" creationId="{00582D90-0824-2268-2A3B-02358EB7ACFF}"/>
          </ac:spMkLst>
        </pc:spChg>
        <pc:spChg chg="add del mod">
          <ac:chgData name="João Francisco Botas" userId="6762b7f4-9098-4760-ab08-1b3a76aabe10" providerId="ADAL" clId="{D194028C-26DB-4F0C-9606-685577C26020}" dt="2026-02-24T16:50:36.030" v="71" actId="478"/>
          <ac:spMkLst>
            <pc:docMk/>
            <pc:sldMk cId="2247526246" sldId="302"/>
            <ac:spMk id="22" creationId="{EE15B0C5-F70D-00BD-99F6-2CA6D823078E}"/>
          </ac:spMkLst>
        </pc:spChg>
        <pc:spChg chg="add del mod">
          <ac:chgData name="João Francisco Botas" userId="6762b7f4-9098-4760-ab08-1b3a76aabe10" providerId="ADAL" clId="{D194028C-26DB-4F0C-9606-685577C26020}" dt="2026-02-24T16:51:17.456" v="81" actId="22"/>
          <ac:spMkLst>
            <pc:docMk/>
            <pc:sldMk cId="2247526246" sldId="302"/>
            <ac:spMk id="24" creationId="{74FC9854-C3F3-71D4-CFE7-C1FDF97322AF}"/>
          </ac:spMkLst>
        </pc:spChg>
        <pc:spChg chg="add del">
          <ac:chgData name="João Francisco Botas" userId="6762b7f4-9098-4760-ab08-1b3a76aabe10" providerId="ADAL" clId="{D194028C-26DB-4F0C-9606-685577C26020}" dt="2026-02-24T16:51:21.036" v="89" actId="22"/>
          <ac:spMkLst>
            <pc:docMk/>
            <pc:sldMk cId="2247526246" sldId="302"/>
            <ac:spMk id="26" creationId="{5A5C87AC-0D4C-0906-8E6A-4712C97C5126}"/>
          </ac:spMkLst>
        </pc:spChg>
        <pc:spChg chg="add mod">
          <ac:chgData name="João Francisco Botas" userId="6762b7f4-9098-4760-ab08-1b3a76aabe10" providerId="ADAL" clId="{D194028C-26DB-4F0C-9606-685577C26020}" dt="2026-02-24T16:56:03.598" v="231" actId="1076"/>
          <ac:spMkLst>
            <pc:docMk/>
            <pc:sldMk cId="2247526246" sldId="302"/>
            <ac:spMk id="28" creationId="{14906735-A8C2-16EF-B1D3-6984F47B39C0}"/>
          </ac:spMkLst>
        </pc:spChg>
        <pc:spChg chg="add mod">
          <ac:chgData name="João Francisco Botas" userId="6762b7f4-9098-4760-ab08-1b3a76aabe10" providerId="ADAL" clId="{D194028C-26DB-4F0C-9606-685577C26020}" dt="2026-02-24T16:56:07.164" v="232" actId="1076"/>
          <ac:spMkLst>
            <pc:docMk/>
            <pc:sldMk cId="2247526246" sldId="302"/>
            <ac:spMk id="29" creationId="{8230B5B2-34CF-ACF8-D548-2DDCA5EC5481}"/>
          </ac:spMkLst>
        </pc:spChg>
        <pc:picChg chg="add mod modCrop">
          <ac:chgData name="João Francisco Botas" userId="6762b7f4-9098-4760-ab08-1b3a76aabe10" providerId="ADAL" clId="{D194028C-26DB-4F0C-9606-685577C26020}" dt="2026-02-24T16:55:59.073" v="230" actId="1076"/>
          <ac:picMkLst>
            <pc:docMk/>
            <pc:sldMk cId="2247526246" sldId="302"/>
            <ac:picMk id="19" creationId="{11A0DE48-F4F7-3AE1-03D5-DAC6E6EB3C5B}"/>
          </ac:picMkLst>
        </pc:picChg>
        <pc:picChg chg="add mod">
          <ac:chgData name="João Francisco Botas" userId="6762b7f4-9098-4760-ab08-1b3a76aabe10" providerId="ADAL" clId="{D194028C-26DB-4F0C-9606-685577C26020}" dt="2026-02-24T16:56:09.049" v="233" actId="1076"/>
          <ac:picMkLst>
            <pc:docMk/>
            <pc:sldMk cId="2247526246" sldId="302"/>
            <ac:picMk id="20" creationId="{465A83F7-C865-9D84-1E34-28C4321CEF4D}"/>
          </ac:picMkLst>
        </pc:picChg>
        <pc:picChg chg="del mod">
          <ac:chgData name="João Francisco Botas" userId="6762b7f4-9098-4760-ab08-1b3a76aabe10" providerId="ADAL" clId="{D194028C-26DB-4F0C-9606-685577C26020}" dt="2026-02-24T16:45:45.581" v="9" actId="478"/>
          <ac:picMkLst>
            <pc:docMk/>
            <pc:sldMk cId="2247526246" sldId="302"/>
            <ac:picMk id="3074" creationId="{E50B306C-953F-E120-6BD5-560F1AF872AC}"/>
          </ac:picMkLst>
        </pc:picChg>
        <pc:picChg chg="del mod">
          <ac:chgData name="João Francisco Botas" userId="6762b7f4-9098-4760-ab08-1b3a76aabe10" providerId="ADAL" clId="{D194028C-26DB-4F0C-9606-685577C26020}" dt="2026-02-24T16:45:46.580" v="10" actId="478"/>
          <ac:picMkLst>
            <pc:docMk/>
            <pc:sldMk cId="2247526246" sldId="302"/>
            <ac:picMk id="3076" creationId="{2E1F5CE8-1C0C-9C8E-FF13-67158CF6DD6D}"/>
          </ac:picMkLst>
        </pc:picChg>
        <pc:cxnChg chg="mod">
          <ac:chgData name="João Francisco Botas" userId="6762b7f4-9098-4760-ab08-1b3a76aabe10" providerId="ADAL" clId="{D194028C-26DB-4F0C-9606-685577C26020}" dt="2026-02-24T16:46:00.663" v="14" actId="14100"/>
          <ac:cxnSpMkLst>
            <pc:docMk/>
            <pc:sldMk cId="2247526246" sldId="302"/>
            <ac:cxnSpMk id="6" creationId="{267C8066-7486-69FB-C6CD-80A8141C82AD}"/>
          </ac:cxnSpMkLst>
        </pc:cxnChg>
        <pc:cxnChg chg="mod">
          <ac:chgData name="João Francisco Botas" userId="6762b7f4-9098-4760-ab08-1b3a76aabe10" providerId="ADAL" clId="{D194028C-26DB-4F0C-9606-685577C26020}" dt="2026-02-24T16:45:57.559" v="12" actId="14100"/>
          <ac:cxnSpMkLst>
            <pc:docMk/>
            <pc:sldMk cId="2247526246" sldId="302"/>
            <ac:cxnSpMk id="8" creationId="{2BE45DC1-286C-97D5-41B5-DA8E2BC149FA}"/>
          </ac:cxnSpMkLst>
        </pc:cxnChg>
      </pc:sldChg>
      <pc:sldChg chg="addSp delSp modSp add mod">
        <pc:chgData name="João Francisco Botas" userId="6762b7f4-9098-4760-ab08-1b3a76aabe10" providerId="ADAL" clId="{D194028C-26DB-4F0C-9606-685577C26020}" dt="2026-02-24T16:50:23.364" v="68" actId="1076"/>
        <pc:sldMkLst>
          <pc:docMk/>
          <pc:sldMk cId="1057753004" sldId="1461"/>
        </pc:sldMkLst>
        <pc:spChg chg="del">
          <ac:chgData name="João Francisco Botas" userId="6762b7f4-9098-4760-ab08-1b3a76aabe10" providerId="ADAL" clId="{D194028C-26DB-4F0C-9606-685577C26020}" dt="2026-02-24T16:48:22.741" v="41" actId="478"/>
          <ac:spMkLst>
            <pc:docMk/>
            <pc:sldMk cId="1057753004" sldId="1461"/>
            <ac:spMk id="10" creationId="{3DBF9C9F-404B-8846-09D6-7F913282171E}"/>
          </ac:spMkLst>
        </pc:spChg>
        <pc:spChg chg="mod">
          <ac:chgData name="João Francisco Botas" userId="6762b7f4-9098-4760-ab08-1b3a76aabe10" providerId="ADAL" clId="{D194028C-26DB-4F0C-9606-685577C26020}" dt="2026-02-24T16:50:23.364" v="68" actId="1076"/>
          <ac:spMkLst>
            <pc:docMk/>
            <pc:sldMk cId="1057753004" sldId="1461"/>
            <ac:spMk id="11" creationId="{6FB99B6A-1011-AEF3-92EE-D5AD88A91810}"/>
          </ac:spMkLst>
        </pc:spChg>
        <pc:picChg chg="del">
          <ac:chgData name="João Francisco Botas" userId="6762b7f4-9098-4760-ab08-1b3a76aabe10" providerId="ADAL" clId="{D194028C-26DB-4F0C-9606-685577C26020}" dt="2026-02-24T16:48:24.803" v="42" actId="478"/>
          <ac:picMkLst>
            <pc:docMk/>
            <pc:sldMk cId="1057753004" sldId="1461"/>
            <ac:picMk id="19" creationId="{EA05E665-B228-38BB-A720-B832AC612D8B}"/>
          </ac:picMkLst>
        </pc:picChg>
        <pc:picChg chg="del">
          <ac:chgData name="João Francisco Botas" userId="6762b7f4-9098-4760-ab08-1b3a76aabe10" providerId="ADAL" clId="{D194028C-26DB-4F0C-9606-685577C26020}" dt="2026-02-24T16:48:25.265" v="43" actId="478"/>
          <ac:picMkLst>
            <pc:docMk/>
            <pc:sldMk cId="1057753004" sldId="1461"/>
            <ac:picMk id="20" creationId="{FC604EF9-09BC-3DAB-FB90-DECE5A7230D5}"/>
          </ac:picMkLst>
        </pc:picChg>
        <pc:picChg chg="add mod">
          <ac:chgData name="João Francisco Botas" userId="6762b7f4-9098-4760-ab08-1b3a76aabe10" providerId="ADAL" clId="{D194028C-26DB-4F0C-9606-685577C26020}" dt="2026-02-24T16:50:16.419" v="66" actId="1076"/>
          <ac:picMkLst>
            <pc:docMk/>
            <pc:sldMk cId="1057753004" sldId="1461"/>
            <ac:picMk id="2050" creationId="{0205B4E7-5274-CBF1-F117-744E71A69A3A}"/>
          </ac:picMkLst>
        </pc:picChg>
        <pc:picChg chg="add mod">
          <ac:chgData name="João Francisco Botas" userId="6762b7f4-9098-4760-ab08-1b3a76aabe10" providerId="ADAL" clId="{D194028C-26DB-4F0C-9606-685577C26020}" dt="2026-02-24T16:50:18.377" v="67" actId="1076"/>
          <ac:picMkLst>
            <pc:docMk/>
            <pc:sldMk cId="1057753004" sldId="1461"/>
            <ac:picMk id="2052" creationId="{DA40ED64-F2D1-75DA-D806-E3E35D005B4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iogo\Desktop\multiTimeline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multiTimeline!$B$1</c:f>
              <c:strCache>
                <c:ptCount val="1"/>
                <c:pt idx="0">
                  <c:v>Cross Industry Standard Process for Data Mining: (A nível mundial)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multiTimeline!$A$2:$A$258</c:f>
              <c:numCache>
                <c:formatCode>m/d/yyyy</c:formatCode>
                <c:ptCount val="257"/>
                <c:pt idx="0">
                  <c:v>37987</c:v>
                </c:pt>
                <c:pt idx="1">
                  <c:v>38018</c:v>
                </c:pt>
                <c:pt idx="2">
                  <c:v>38047</c:v>
                </c:pt>
                <c:pt idx="3">
                  <c:v>38078</c:v>
                </c:pt>
                <c:pt idx="4">
                  <c:v>38108</c:v>
                </c:pt>
                <c:pt idx="5">
                  <c:v>38139</c:v>
                </c:pt>
                <c:pt idx="6">
                  <c:v>38169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40391</c:v>
                </c:pt>
                <c:pt idx="80">
                  <c:v>40422</c:v>
                </c:pt>
                <c:pt idx="81">
                  <c:v>40452</c:v>
                </c:pt>
                <c:pt idx="82">
                  <c:v>40483</c:v>
                </c:pt>
                <c:pt idx="83">
                  <c:v>40513</c:v>
                </c:pt>
                <c:pt idx="84">
                  <c:v>40544</c:v>
                </c:pt>
                <c:pt idx="85">
                  <c:v>40575</c:v>
                </c:pt>
                <c:pt idx="86">
                  <c:v>40603</c:v>
                </c:pt>
                <c:pt idx="87">
                  <c:v>40634</c:v>
                </c:pt>
                <c:pt idx="88">
                  <c:v>40664</c:v>
                </c:pt>
                <c:pt idx="89">
                  <c:v>40695</c:v>
                </c:pt>
                <c:pt idx="90">
                  <c:v>40725</c:v>
                </c:pt>
                <c:pt idx="91">
                  <c:v>40756</c:v>
                </c:pt>
                <c:pt idx="92">
                  <c:v>40787</c:v>
                </c:pt>
                <c:pt idx="93">
                  <c:v>40817</c:v>
                </c:pt>
                <c:pt idx="94">
                  <c:v>40848</c:v>
                </c:pt>
                <c:pt idx="95">
                  <c:v>40878</c:v>
                </c:pt>
                <c:pt idx="96">
                  <c:v>40909</c:v>
                </c:pt>
                <c:pt idx="97">
                  <c:v>40940</c:v>
                </c:pt>
                <c:pt idx="98">
                  <c:v>40969</c:v>
                </c:pt>
                <c:pt idx="99">
                  <c:v>41000</c:v>
                </c:pt>
                <c:pt idx="100">
                  <c:v>41030</c:v>
                </c:pt>
                <c:pt idx="101">
                  <c:v>41061</c:v>
                </c:pt>
                <c:pt idx="102">
                  <c:v>41091</c:v>
                </c:pt>
                <c:pt idx="103">
                  <c:v>41122</c:v>
                </c:pt>
                <c:pt idx="104">
                  <c:v>41153</c:v>
                </c:pt>
                <c:pt idx="105">
                  <c:v>41183</c:v>
                </c:pt>
                <c:pt idx="106">
                  <c:v>41214</c:v>
                </c:pt>
                <c:pt idx="107">
                  <c:v>41244</c:v>
                </c:pt>
                <c:pt idx="108">
                  <c:v>41275</c:v>
                </c:pt>
                <c:pt idx="109">
                  <c:v>41306</c:v>
                </c:pt>
                <c:pt idx="110">
                  <c:v>41334</c:v>
                </c:pt>
                <c:pt idx="111">
                  <c:v>41365</c:v>
                </c:pt>
                <c:pt idx="112">
                  <c:v>41395</c:v>
                </c:pt>
                <c:pt idx="113">
                  <c:v>41426</c:v>
                </c:pt>
                <c:pt idx="114">
                  <c:v>41456</c:v>
                </c:pt>
                <c:pt idx="115">
                  <c:v>41487</c:v>
                </c:pt>
                <c:pt idx="116">
                  <c:v>41518</c:v>
                </c:pt>
                <c:pt idx="117">
                  <c:v>41548</c:v>
                </c:pt>
                <c:pt idx="118">
                  <c:v>41579</c:v>
                </c:pt>
                <c:pt idx="119">
                  <c:v>41609</c:v>
                </c:pt>
                <c:pt idx="120">
                  <c:v>41640</c:v>
                </c:pt>
                <c:pt idx="121">
                  <c:v>41671</c:v>
                </c:pt>
                <c:pt idx="122">
                  <c:v>41699</c:v>
                </c:pt>
                <c:pt idx="123">
                  <c:v>41730</c:v>
                </c:pt>
                <c:pt idx="124">
                  <c:v>41760</c:v>
                </c:pt>
                <c:pt idx="125">
                  <c:v>41791</c:v>
                </c:pt>
                <c:pt idx="126">
                  <c:v>41821</c:v>
                </c:pt>
                <c:pt idx="127">
                  <c:v>41852</c:v>
                </c:pt>
                <c:pt idx="128">
                  <c:v>41883</c:v>
                </c:pt>
                <c:pt idx="129">
                  <c:v>41913</c:v>
                </c:pt>
                <c:pt idx="130">
                  <c:v>41944</c:v>
                </c:pt>
                <c:pt idx="131">
                  <c:v>41974</c:v>
                </c:pt>
                <c:pt idx="132">
                  <c:v>42005</c:v>
                </c:pt>
                <c:pt idx="133">
                  <c:v>42036</c:v>
                </c:pt>
                <c:pt idx="134">
                  <c:v>42064</c:v>
                </c:pt>
                <c:pt idx="135">
                  <c:v>42095</c:v>
                </c:pt>
                <c:pt idx="136">
                  <c:v>42125</c:v>
                </c:pt>
                <c:pt idx="137">
                  <c:v>42156</c:v>
                </c:pt>
                <c:pt idx="138">
                  <c:v>42186</c:v>
                </c:pt>
                <c:pt idx="139">
                  <c:v>42217</c:v>
                </c:pt>
                <c:pt idx="140">
                  <c:v>42248</c:v>
                </c:pt>
                <c:pt idx="141">
                  <c:v>42278</c:v>
                </c:pt>
                <c:pt idx="142">
                  <c:v>42309</c:v>
                </c:pt>
                <c:pt idx="143">
                  <c:v>42339</c:v>
                </c:pt>
                <c:pt idx="144">
                  <c:v>42370</c:v>
                </c:pt>
                <c:pt idx="145">
                  <c:v>42401</c:v>
                </c:pt>
                <c:pt idx="146">
                  <c:v>42430</c:v>
                </c:pt>
                <c:pt idx="147">
                  <c:v>42461</c:v>
                </c:pt>
                <c:pt idx="148">
                  <c:v>42491</c:v>
                </c:pt>
                <c:pt idx="149">
                  <c:v>42522</c:v>
                </c:pt>
                <c:pt idx="150">
                  <c:v>42552</c:v>
                </c:pt>
                <c:pt idx="151">
                  <c:v>42583</c:v>
                </c:pt>
                <c:pt idx="152">
                  <c:v>42614</c:v>
                </c:pt>
                <c:pt idx="153">
                  <c:v>42644</c:v>
                </c:pt>
                <c:pt idx="154">
                  <c:v>42675</c:v>
                </c:pt>
                <c:pt idx="155">
                  <c:v>42705</c:v>
                </c:pt>
                <c:pt idx="156">
                  <c:v>42736</c:v>
                </c:pt>
                <c:pt idx="157">
                  <c:v>42767</c:v>
                </c:pt>
                <c:pt idx="158">
                  <c:v>42795</c:v>
                </c:pt>
                <c:pt idx="159">
                  <c:v>42826</c:v>
                </c:pt>
                <c:pt idx="160">
                  <c:v>42856</c:v>
                </c:pt>
                <c:pt idx="161">
                  <c:v>42887</c:v>
                </c:pt>
                <c:pt idx="162">
                  <c:v>42917</c:v>
                </c:pt>
                <c:pt idx="163">
                  <c:v>42948</c:v>
                </c:pt>
                <c:pt idx="164">
                  <c:v>42979</c:v>
                </c:pt>
                <c:pt idx="165">
                  <c:v>43009</c:v>
                </c:pt>
                <c:pt idx="166">
                  <c:v>43040</c:v>
                </c:pt>
                <c:pt idx="167">
                  <c:v>43070</c:v>
                </c:pt>
                <c:pt idx="168">
                  <c:v>43101</c:v>
                </c:pt>
                <c:pt idx="169">
                  <c:v>43132</c:v>
                </c:pt>
                <c:pt idx="170">
                  <c:v>43160</c:v>
                </c:pt>
                <c:pt idx="171">
                  <c:v>43191</c:v>
                </c:pt>
                <c:pt idx="172">
                  <c:v>43221</c:v>
                </c:pt>
                <c:pt idx="173">
                  <c:v>43252</c:v>
                </c:pt>
                <c:pt idx="174">
                  <c:v>43282</c:v>
                </c:pt>
                <c:pt idx="175">
                  <c:v>43313</c:v>
                </c:pt>
                <c:pt idx="176">
                  <c:v>43344</c:v>
                </c:pt>
                <c:pt idx="177">
                  <c:v>43374</c:v>
                </c:pt>
                <c:pt idx="178">
                  <c:v>43405</c:v>
                </c:pt>
                <c:pt idx="179">
                  <c:v>43435</c:v>
                </c:pt>
                <c:pt idx="180">
                  <c:v>43466</c:v>
                </c:pt>
                <c:pt idx="181">
                  <c:v>43497</c:v>
                </c:pt>
                <c:pt idx="182">
                  <c:v>43525</c:v>
                </c:pt>
                <c:pt idx="183">
                  <c:v>43556</c:v>
                </c:pt>
                <c:pt idx="184">
                  <c:v>43586</c:v>
                </c:pt>
                <c:pt idx="185">
                  <c:v>43617</c:v>
                </c:pt>
                <c:pt idx="186">
                  <c:v>43647</c:v>
                </c:pt>
                <c:pt idx="187">
                  <c:v>43678</c:v>
                </c:pt>
                <c:pt idx="188">
                  <c:v>43709</c:v>
                </c:pt>
                <c:pt idx="189">
                  <c:v>43739</c:v>
                </c:pt>
                <c:pt idx="190">
                  <c:v>43770</c:v>
                </c:pt>
                <c:pt idx="191">
                  <c:v>43800</c:v>
                </c:pt>
                <c:pt idx="192">
                  <c:v>43831</c:v>
                </c:pt>
                <c:pt idx="193">
                  <c:v>43862</c:v>
                </c:pt>
                <c:pt idx="194">
                  <c:v>43891</c:v>
                </c:pt>
                <c:pt idx="195">
                  <c:v>43922</c:v>
                </c:pt>
                <c:pt idx="196">
                  <c:v>43952</c:v>
                </c:pt>
                <c:pt idx="197">
                  <c:v>43983</c:v>
                </c:pt>
                <c:pt idx="198">
                  <c:v>44013</c:v>
                </c:pt>
                <c:pt idx="199">
                  <c:v>44044</c:v>
                </c:pt>
                <c:pt idx="200">
                  <c:v>44075</c:v>
                </c:pt>
                <c:pt idx="201">
                  <c:v>44105</c:v>
                </c:pt>
                <c:pt idx="202">
                  <c:v>44136</c:v>
                </c:pt>
                <c:pt idx="203">
                  <c:v>44166</c:v>
                </c:pt>
                <c:pt idx="204">
                  <c:v>44197</c:v>
                </c:pt>
                <c:pt idx="205">
                  <c:v>44228</c:v>
                </c:pt>
                <c:pt idx="206">
                  <c:v>44256</c:v>
                </c:pt>
                <c:pt idx="207">
                  <c:v>44287</c:v>
                </c:pt>
                <c:pt idx="208">
                  <c:v>44317</c:v>
                </c:pt>
                <c:pt idx="209">
                  <c:v>44348</c:v>
                </c:pt>
                <c:pt idx="210">
                  <c:v>44378</c:v>
                </c:pt>
                <c:pt idx="211">
                  <c:v>44409</c:v>
                </c:pt>
                <c:pt idx="212">
                  <c:v>44440</c:v>
                </c:pt>
                <c:pt idx="213">
                  <c:v>44470</c:v>
                </c:pt>
                <c:pt idx="214">
                  <c:v>44501</c:v>
                </c:pt>
                <c:pt idx="215">
                  <c:v>44531</c:v>
                </c:pt>
                <c:pt idx="216">
                  <c:v>44562</c:v>
                </c:pt>
                <c:pt idx="217">
                  <c:v>44593</c:v>
                </c:pt>
                <c:pt idx="218">
                  <c:v>44621</c:v>
                </c:pt>
                <c:pt idx="219">
                  <c:v>44652</c:v>
                </c:pt>
                <c:pt idx="220">
                  <c:v>44682</c:v>
                </c:pt>
                <c:pt idx="221">
                  <c:v>44713</c:v>
                </c:pt>
                <c:pt idx="222">
                  <c:v>44743</c:v>
                </c:pt>
                <c:pt idx="223">
                  <c:v>44774</c:v>
                </c:pt>
                <c:pt idx="224">
                  <c:v>44805</c:v>
                </c:pt>
                <c:pt idx="225">
                  <c:v>44835</c:v>
                </c:pt>
                <c:pt idx="226">
                  <c:v>44866</c:v>
                </c:pt>
                <c:pt idx="227">
                  <c:v>44896</c:v>
                </c:pt>
                <c:pt idx="228">
                  <c:v>44927</c:v>
                </c:pt>
                <c:pt idx="229">
                  <c:v>44958</c:v>
                </c:pt>
                <c:pt idx="230">
                  <c:v>44986</c:v>
                </c:pt>
                <c:pt idx="231">
                  <c:v>45017</c:v>
                </c:pt>
                <c:pt idx="232">
                  <c:v>45047</c:v>
                </c:pt>
                <c:pt idx="233">
                  <c:v>45078</c:v>
                </c:pt>
                <c:pt idx="234">
                  <c:v>45108</c:v>
                </c:pt>
                <c:pt idx="235">
                  <c:v>45139</c:v>
                </c:pt>
                <c:pt idx="236">
                  <c:v>45170</c:v>
                </c:pt>
                <c:pt idx="237">
                  <c:v>45200</c:v>
                </c:pt>
                <c:pt idx="238">
                  <c:v>45231</c:v>
                </c:pt>
                <c:pt idx="239">
                  <c:v>45261</c:v>
                </c:pt>
                <c:pt idx="240">
                  <c:v>45292</c:v>
                </c:pt>
                <c:pt idx="241">
                  <c:v>45323</c:v>
                </c:pt>
                <c:pt idx="242">
                  <c:v>45352</c:v>
                </c:pt>
                <c:pt idx="243">
                  <c:v>45383</c:v>
                </c:pt>
                <c:pt idx="244">
                  <c:v>45413</c:v>
                </c:pt>
                <c:pt idx="245">
                  <c:v>45444</c:v>
                </c:pt>
                <c:pt idx="246">
                  <c:v>45474</c:v>
                </c:pt>
                <c:pt idx="247">
                  <c:v>45505</c:v>
                </c:pt>
                <c:pt idx="248">
                  <c:v>45536</c:v>
                </c:pt>
                <c:pt idx="249">
                  <c:v>45566</c:v>
                </c:pt>
                <c:pt idx="250">
                  <c:v>45597</c:v>
                </c:pt>
                <c:pt idx="251">
                  <c:v>45627</c:v>
                </c:pt>
                <c:pt idx="252">
                  <c:v>45658</c:v>
                </c:pt>
                <c:pt idx="253">
                  <c:v>45689</c:v>
                </c:pt>
                <c:pt idx="254">
                  <c:v>45717</c:v>
                </c:pt>
                <c:pt idx="255">
                  <c:v>45748</c:v>
                </c:pt>
                <c:pt idx="256">
                  <c:v>45778</c:v>
                </c:pt>
              </c:numCache>
            </c:numRef>
          </c:cat>
          <c:val>
            <c:numRef>
              <c:f>multiTimeline!$B$2:$B$258</c:f>
              <c:numCache>
                <c:formatCode>General</c:formatCode>
                <c:ptCount val="25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45</c:v>
                </c:pt>
                <c:pt idx="21">
                  <c:v>0</c:v>
                </c:pt>
                <c:pt idx="22">
                  <c:v>56</c:v>
                </c:pt>
                <c:pt idx="23">
                  <c:v>41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29</c:v>
                </c:pt>
                <c:pt idx="28">
                  <c:v>38</c:v>
                </c:pt>
                <c:pt idx="29">
                  <c:v>37</c:v>
                </c:pt>
                <c:pt idx="30">
                  <c:v>0</c:v>
                </c:pt>
                <c:pt idx="31">
                  <c:v>35</c:v>
                </c:pt>
                <c:pt idx="32">
                  <c:v>50</c:v>
                </c:pt>
                <c:pt idx="33">
                  <c:v>33</c:v>
                </c:pt>
                <c:pt idx="34">
                  <c:v>32</c:v>
                </c:pt>
                <c:pt idx="35">
                  <c:v>29</c:v>
                </c:pt>
                <c:pt idx="36">
                  <c:v>26</c:v>
                </c:pt>
                <c:pt idx="37">
                  <c:v>26</c:v>
                </c:pt>
                <c:pt idx="38">
                  <c:v>23</c:v>
                </c:pt>
                <c:pt idx="39">
                  <c:v>22</c:v>
                </c:pt>
                <c:pt idx="40">
                  <c:v>24</c:v>
                </c:pt>
                <c:pt idx="41">
                  <c:v>0</c:v>
                </c:pt>
                <c:pt idx="42">
                  <c:v>19</c:v>
                </c:pt>
                <c:pt idx="43">
                  <c:v>16</c:v>
                </c:pt>
                <c:pt idx="44">
                  <c:v>15</c:v>
                </c:pt>
                <c:pt idx="45">
                  <c:v>34</c:v>
                </c:pt>
                <c:pt idx="46">
                  <c:v>29</c:v>
                </c:pt>
                <c:pt idx="47">
                  <c:v>0</c:v>
                </c:pt>
                <c:pt idx="48">
                  <c:v>21</c:v>
                </c:pt>
                <c:pt idx="49">
                  <c:v>32</c:v>
                </c:pt>
                <c:pt idx="50">
                  <c:v>16</c:v>
                </c:pt>
                <c:pt idx="51">
                  <c:v>22</c:v>
                </c:pt>
                <c:pt idx="52">
                  <c:v>23</c:v>
                </c:pt>
                <c:pt idx="53">
                  <c:v>14</c:v>
                </c:pt>
                <c:pt idx="54">
                  <c:v>18</c:v>
                </c:pt>
                <c:pt idx="55">
                  <c:v>12</c:v>
                </c:pt>
                <c:pt idx="56">
                  <c:v>16</c:v>
                </c:pt>
                <c:pt idx="57">
                  <c:v>18</c:v>
                </c:pt>
                <c:pt idx="58">
                  <c:v>19</c:v>
                </c:pt>
                <c:pt idx="59">
                  <c:v>23</c:v>
                </c:pt>
                <c:pt idx="60">
                  <c:v>14</c:v>
                </c:pt>
                <c:pt idx="61">
                  <c:v>11</c:v>
                </c:pt>
                <c:pt idx="62">
                  <c:v>18</c:v>
                </c:pt>
                <c:pt idx="63">
                  <c:v>25</c:v>
                </c:pt>
                <c:pt idx="64">
                  <c:v>12</c:v>
                </c:pt>
                <c:pt idx="65">
                  <c:v>21</c:v>
                </c:pt>
                <c:pt idx="66">
                  <c:v>11</c:v>
                </c:pt>
                <c:pt idx="67">
                  <c:v>16</c:v>
                </c:pt>
                <c:pt idx="68">
                  <c:v>16</c:v>
                </c:pt>
                <c:pt idx="69">
                  <c:v>12</c:v>
                </c:pt>
                <c:pt idx="70">
                  <c:v>13</c:v>
                </c:pt>
                <c:pt idx="71">
                  <c:v>18</c:v>
                </c:pt>
                <c:pt idx="72">
                  <c:v>15</c:v>
                </c:pt>
                <c:pt idx="73">
                  <c:v>17</c:v>
                </c:pt>
                <c:pt idx="74">
                  <c:v>14</c:v>
                </c:pt>
                <c:pt idx="75">
                  <c:v>14</c:v>
                </c:pt>
                <c:pt idx="76">
                  <c:v>26</c:v>
                </c:pt>
                <c:pt idx="77">
                  <c:v>13</c:v>
                </c:pt>
                <c:pt idx="78">
                  <c:v>10</c:v>
                </c:pt>
                <c:pt idx="79">
                  <c:v>12</c:v>
                </c:pt>
                <c:pt idx="80">
                  <c:v>14</c:v>
                </c:pt>
                <c:pt idx="81">
                  <c:v>13</c:v>
                </c:pt>
                <c:pt idx="82">
                  <c:v>10</c:v>
                </c:pt>
                <c:pt idx="83">
                  <c:v>13</c:v>
                </c:pt>
                <c:pt idx="84">
                  <c:v>10</c:v>
                </c:pt>
                <c:pt idx="85">
                  <c:v>15</c:v>
                </c:pt>
                <c:pt idx="86">
                  <c:v>13</c:v>
                </c:pt>
                <c:pt idx="87">
                  <c:v>12</c:v>
                </c:pt>
                <c:pt idx="88">
                  <c:v>15</c:v>
                </c:pt>
                <c:pt idx="89">
                  <c:v>16</c:v>
                </c:pt>
                <c:pt idx="90">
                  <c:v>14</c:v>
                </c:pt>
                <c:pt idx="91">
                  <c:v>12</c:v>
                </c:pt>
                <c:pt idx="92">
                  <c:v>8</c:v>
                </c:pt>
                <c:pt idx="93">
                  <c:v>24</c:v>
                </c:pt>
                <c:pt idx="94">
                  <c:v>16</c:v>
                </c:pt>
                <c:pt idx="95">
                  <c:v>14</c:v>
                </c:pt>
                <c:pt idx="96">
                  <c:v>15</c:v>
                </c:pt>
                <c:pt idx="97">
                  <c:v>18</c:v>
                </c:pt>
                <c:pt idx="98">
                  <c:v>18</c:v>
                </c:pt>
                <c:pt idx="99">
                  <c:v>16</c:v>
                </c:pt>
                <c:pt idx="100">
                  <c:v>18</c:v>
                </c:pt>
                <c:pt idx="101">
                  <c:v>13</c:v>
                </c:pt>
                <c:pt idx="102">
                  <c:v>14</c:v>
                </c:pt>
                <c:pt idx="103">
                  <c:v>10</c:v>
                </c:pt>
                <c:pt idx="104">
                  <c:v>15</c:v>
                </c:pt>
                <c:pt idx="105">
                  <c:v>16</c:v>
                </c:pt>
                <c:pt idx="106">
                  <c:v>14</c:v>
                </c:pt>
                <c:pt idx="107">
                  <c:v>15</c:v>
                </c:pt>
                <c:pt idx="108">
                  <c:v>18</c:v>
                </c:pt>
                <c:pt idx="109">
                  <c:v>18</c:v>
                </c:pt>
                <c:pt idx="110">
                  <c:v>15</c:v>
                </c:pt>
                <c:pt idx="111">
                  <c:v>15</c:v>
                </c:pt>
                <c:pt idx="112">
                  <c:v>20</c:v>
                </c:pt>
                <c:pt idx="113">
                  <c:v>15</c:v>
                </c:pt>
                <c:pt idx="114">
                  <c:v>12</c:v>
                </c:pt>
                <c:pt idx="115">
                  <c:v>17</c:v>
                </c:pt>
                <c:pt idx="116">
                  <c:v>19</c:v>
                </c:pt>
                <c:pt idx="117">
                  <c:v>19</c:v>
                </c:pt>
                <c:pt idx="118">
                  <c:v>20</c:v>
                </c:pt>
                <c:pt idx="119">
                  <c:v>16</c:v>
                </c:pt>
                <c:pt idx="120">
                  <c:v>16</c:v>
                </c:pt>
                <c:pt idx="121">
                  <c:v>18</c:v>
                </c:pt>
                <c:pt idx="122">
                  <c:v>23</c:v>
                </c:pt>
                <c:pt idx="123">
                  <c:v>23</c:v>
                </c:pt>
                <c:pt idx="124">
                  <c:v>19</c:v>
                </c:pt>
                <c:pt idx="125">
                  <c:v>20</c:v>
                </c:pt>
                <c:pt idx="126">
                  <c:v>15</c:v>
                </c:pt>
                <c:pt idx="127">
                  <c:v>14</c:v>
                </c:pt>
                <c:pt idx="128">
                  <c:v>20</c:v>
                </c:pt>
                <c:pt idx="129">
                  <c:v>22</c:v>
                </c:pt>
                <c:pt idx="130">
                  <c:v>19</c:v>
                </c:pt>
                <c:pt idx="131">
                  <c:v>18</c:v>
                </c:pt>
                <c:pt idx="132">
                  <c:v>21</c:v>
                </c:pt>
                <c:pt idx="133">
                  <c:v>23</c:v>
                </c:pt>
                <c:pt idx="134">
                  <c:v>24</c:v>
                </c:pt>
                <c:pt idx="135">
                  <c:v>27</c:v>
                </c:pt>
                <c:pt idx="136">
                  <c:v>21</c:v>
                </c:pt>
                <c:pt idx="137">
                  <c:v>24</c:v>
                </c:pt>
                <c:pt idx="138">
                  <c:v>20</c:v>
                </c:pt>
                <c:pt idx="139">
                  <c:v>21</c:v>
                </c:pt>
                <c:pt idx="140">
                  <c:v>22</c:v>
                </c:pt>
                <c:pt idx="141">
                  <c:v>25</c:v>
                </c:pt>
                <c:pt idx="142">
                  <c:v>24</c:v>
                </c:pt>
                <c:pt idx="143">
                  <c:v>25</c:v>
                </c:pt>
                <c:pt idx="144">
                  <c:v>20</c:v>
                </c:pt>
                <c:pt idx="145">
                  <c:v>23</c:v>
                </c:pt>
                <c:pt idx="146">
                  <c:v>27</c:v>
                </c:pt>
                <c:pt idx="147">
                  <c:v>30</c:v>
                </c:pt>
                <c:pt idx="148">
                  <c:v>29</c:v>
                </c:pt>
                <c:pt idx="149">
                  <c:v>24</c:v>
                </c:pt>
                <c:pt idx="150">
                  <c:v>18</c:v>
                </c:pt>
                <c:pt idx="151">
                  <c:v>22</c:v>
                </c:pt>
                <c:pt idx="152">
                  <c:v>22</c:v>
                </c:pt>
                <c:pt idx="153">
                  <c:v>24</c:v>
                </c:pt>
                <c:pt idx="154">
                  <c:v>29</c:v>
                </c:pt>
                <c:pt idx="155">
                  <c:v>31</c:v>
                </c:pt>
                <c:pt idx="156">
                  <c:v>28</c:v>
                </c:pt>
                <c:pt idx="157">
                  <c:v>34</c:v>
                </c:pt>
                <c:pt idx="158">
                  <c:v>35</c:v>
                </c:pt>
                <c:pt idx="159">
                  <c:v>37</c:v>
                </c:pt>
                <c:pt idx="160">
                  <c:v>32</c:v>
                </c:pt>
                <c:pt idx="161">
                  <c:v>35</c:v>
                </c:pt>
                <c:pt idx="162">
                  <c:v>28</c:v>
                </c:pt>
                <c:pt idx="163">
                  <c:v>37</c:v>
                </c:pt>
                <c:pt idx="164">
                  <c:v>38</c:v>
                </c:pt>
                <c:pt idx="165">
                  <c:v>40</c:v>
                </c:pt>
                <c:pt idx="166">
                  <c:v>41</c:v>
                </c:pt>
                <c:pt idx="167">
                  <c:v>39</c:v>
                </c:pt>
                <c:pt idx="168">
                  <c:v>39</c:v>
                </c:pt>
                <c:pt idx="169">
                  <c:v>42</c:v>
                </c:pt>
                <c:pt idx="170">
                  <c:v>46</c:v>
                </c:pt>
                <c:pt idx="171">
                  <c:v>54</c:v>
                </c:pt>
                <c:pt idx="172">
                  <c:v>50</c:v>
                </c:pt>
                <c:pt idx="173">
                  <c:v>46</c:v>
                </c:pt>
                <c:pt idx="174">
                  <c:v>36</c:v>
                </c:pt>
                <c:pt idx="175">
                  <c:v>40</c:v>
                </c:pt>
                <c:pt idx="176">
                  <c:v>47</c:v>
                </c:pt>
                <c:pt idx="177">
                  <c:v>53</c:v>
                </c:pt>
                <c:pt idx="178">
                  <c:v>46</c:v>
                </c:pt>
                <c:pt idx="179">
                  <c:v>46</c:v>
                </c:pt>
                <c:pt idx="180">
                  <c:v>44</c:v>
                </c:pt>
                <c:pt idx="181">
                  <c:v>49</c:v>
                </c:pt>
                <c:pt idx="182">
                  <c:v>52</c:v>
                </c:pt>
                <c:pt idx="183">
                  <c:v>50</c:v>
                </c:pt>
                <c:pt idx="184">
                  <c:v>53</c:v>
                </c:pt>
                <c:pt idx="185">
                  <c:v>49</c:v>
                </c:pt>
                <c:pt idx="186">
                  <c:v>52</c:v>
                </c:pt>
                <c:pt idx="187">
                  <c:v>53</c:v>
                </c:pt>
                <c:pt idx="188">
                  <c:v>58</c:v>
                </c:pt>
                <c:pt idx="189">
                  <c:v>60</c:v>
                </c:pt>
                <c:pt idx="190">
                  <c:v>64</c:v>
                </c:pt>
                <c:pt idx="191">
                  <c:v>48</c:v>
                </c:pt>
                <c:pt idx="192">
                  <c:v>53</c:v>
                </c:pt>
                <c:pt idx="193">
                  <c:v>74</c:v>
                </c:pt>
                <c:pt idx="194">
                  <c:v>64</c:v>
                </c:pt>
                <c:pt idx="195">
                  <c:v>59</c:v>
                </c:pt>
                <c:pt idx="196">
                  <c:v>61</c:v>
                </c:pt>
                <c:pt idx="197">
                  <c:v>62</c:v>
                </c:pt>
                <c:pt idx="198">
                  <c:v>55</c:v>
                </c:pt>
                <c:pt idx="199">
                  <c:v>52</c:v>
                </c:pt>
                <c:pt idx="200">
                  <c:v>64</c:v>
                </c:pt>
                <c:pt idx="201">
                  <c:v>56</c:v>
                </c:pt>
                <c:pt idx="202">
                  <c:v>55</c:v>
                </c:pt>
                <c:pt idx="203">
                  <c:v>48</c:v>
                </c:pt>
                <c:pt idx="204">
                  <c:v>41</c:v>
                </c:pt>
                <c:pt idx="205">
                  <c:v>56</c:v>
                </c:pt>
                <c:pt idx="206">
                  <c:v>52</c:v>
                </c:pt>
                <c:pt idx="207">
                  <c:v>53</c:v>
                </c:pt>
                <c:pt idx="208">
                  <c:v>54</c:v>
                </c:pt>
                <c:pt idx="209">
                  <c:v>51</c:v>
                </c:pt>
                <c:pt idx="210">
                  <c:v>50</c:v>
                </c:pt>
                <c:pt idx="211">
                  <c:v>41</c:v>
                </c:pt>
                <c:pt idx="212">
                  <c:v>67</c:v>
                </c:pt>
                <c:pt idx="213">
                  <c:v>56</c:v>
                </c:pt>
                <c:pt idx="214">
                  <c:v>76</c:v>
                </c:pt>
                <c:pt idx="215">
                  <c:v>56</c:v>
                </c:pt>
                <c:pt idx="216">
                  <c:v>73</c:v>
                </c:pt>
                <c:pt idx="217">
                  <c:v>83</c:v>
                </c:pt>
                <c:pt idx="218">
                  <c:v>100</c:v>
                </c:pt>
                <c:pt idx="219">
                  <c:v>97</c:v>
                </c:pt>
                <c:pt idx="220">
                  <c:v>83</c:v>
                </c:pt>
                <c:pt idx="221">
                  <c:v>92</c:v>
                </c:pt>
                <c:pt idx="222">
                  <c:v>69</c:v>
                </c:pt>
                <c:pt idx="223">
                  <c:v>79</c:v>
                </c:pt>
                <c:pt idx="224">
                  <c:v>89</c:v>
                </c:pt>
                <c:pt idx="225">
                  <c:v>90</c:v>
                </c:pt>
                <c:pt idx="226">
                  <c:v>95</c:v>
                </c:pt>
                <c:pt idx="227">
                  <c:v>76</c:v>
                </c:pt>
                <c:pt idx="228">
                  <c:v>83</c:v>
                </c:pt>
                <c:pt idx="229">
                  <c:v>82</c:v>
                </c:pt>
                <c:pt idx="230">
                  <c:v>93</c:v>
                </c:pt>
                <c:pt idx="231">
                  <c:v>83</c:v>
                </c:pt>
                <c:pt idx="232">
                  <c:v>93</c:v>
                </c:pt>
                <c:pt idx="233">
                  <c:v>89</c:v>
                </c:pt>
                <c:pt idx="234">
                  <c:v>73</c:v>
                </c:pt>
                <c:pt idx="235">
                  <c:v>72</c:v>
                </c:pt>
                <c:pt idx="236">
                  <c:v>76</c:v>
                </c:pt>
                <c:pt idx="237">
                  <c:v>74</c:v>
                </c:pt>
                <c:pt idx="238">
                  <c:v>84</c:v>
                </c:pt>
                <c:pt idx="239">
                  <c:v>69</c:v>
                </c:pt>
                <c:pt idx="240">
                  <c:v>74</c:v>
                </c:pt>
                <c:pt idx="241">
                  <c:v>80</c:v>
                </c:pt>
                <c:pt idx="242">
                  <c:v>79</c:v>
                </c:pt>
                <c:pt idx="243">
                  <c:v>86</c:v>
                </c:pt>
                <c:pt idx="244">
                  <c:v>83</c:v>
                </c:pt>
                <c:pt idx="245">
                  <c:v>76</c:v>
                </c:pt>
                <c:pt idx="246">
                  <c:v>81</c:v>
                </c:pt>
                <c:pt idx="247">
                  <c:v>77</c:v>
                </c:pt>
                <c:pt idx="248">
                  <c:v>79</c:v>
                </c:pt>
                <c:pt idx="249">
                  <c:v>80</c:v>
                </c:pt>
                <c:pt idx="250">
                  <c:v>82</c:v>
                </c:pt>
                <c:pt idx="251">
                  <c:v>72</c:v>
                </c:pt>
                <c:pt idx="252">
                  <c:v>69</c:v>
                </c:pt>
                <c:pt idx="253">
                  <c:v>73</c:v>
                </c:pt>
                <c:pt idx="254">
                  <c:v>78</c:v>
                </c:pt>
                <c:pt idx="255">
                  <c:v>75</c:v>
                </c:pt>
                <c:pt idx="256">
                  <c:v>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17-4E84-8CAF-525CEBBD6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476027360"/>
        <c:axId val="1476029520"/>
      </c:lineChart>
      <c:dateAx>
        <c:axId val="14760273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76029520"/>
        <c:crosses val="autoZero"/>
        <c:auto val="1"/>
        <c:lblOffset val="100"/>
        <c:baseTimeUnit val="months"/>
      </c:dateAx>
      <c:valAx>
        <c:axId val="1476029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476027360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2e1aada3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12e1aada3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f7d89ae38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f7d89ae38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29a6084f5a_1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29a6084f5a_1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112e1aada3f_0_2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112e1aada3f_0_2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129cda8039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129cda8039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D1FA693A-ECA6-1243-76A0-B1ADFA9C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BA85228B-B3C5-93DF-7A8F-E0764D955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F65DABCC-F339-A729-766D-9B8B03FF3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926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9ED5CE39-3F15-B77A-B30E-6C64E86D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FE789891-1A03-5A1B-59B1-297A897F8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502F53C0-6961-DA48-08E5-0C99CF41E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841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A7A3CA19-D1A9-3D03-C86B-2DFDE607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05B73293-0BDC-242E-9E84-45639BD5A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641BF65B-5C9A-6003-6289-F9A6D6EAE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764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E0B06CAE-2BA6-E3C7-F4A2-D1735DA5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2AEFE684-0046-6EBF-24E2-C57FFD48E7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119C0EE1-2748-3CA5-7702-D70F5FA7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1232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3F0C97CB-A7DC-BF74-10FB-CD59E608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AD0940AD-F67B-A316-912D-41FB0B398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40DD6CF8-A50D-6A8A-DD40-F31715167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829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3099D075-FDA9-77D6-222F-18ADFF0E5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C3E2C394-C497-2D5D-5D39-7FD0A33AFE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A4948F1D-715E-1513-7816-AB989D64BC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216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BACC06C4-F85E-EEB1-45FD-6FBEB03A9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7319387C-69E5-25BA-A330-9514870AB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425ED727-B604-3E24-FCFC-245EA0AE8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626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986AF184-5F19-B3D6-F31B-857BD9AC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2E934524-B72D-FBD9-E431-9583485B1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920BA19C-5C07-7350-F42D-D957DF6B9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326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D0A38E82-4B81-998C-F792-C50C50E6C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1E5E1474-6645-3333-8166-14C07598E5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CAC2252F-B68C-E6B9-C1F6-088C81721C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251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>
          <a:extLst>
            <a:ext uri="{FF2B5EF4-FFF2-40B4-BE49-F238E27FC236}">
              <a16:creationId xmlns:a16="http://schemas.microsoft.com/office/drawing/2014/main" id="{13134C99-8F85-59BB-F416-47BAFB91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29a6084f5a_1_77:notes">
            <a:extLst>
              <a:ext uri="{FF2B5EF4-FFF2-40B4-BE49-F238E27FC236}">
                <a16:creationId xmlns:a16="http://schemas.microsoft.com/office/drawing/2014/main" id="{5F6982E4-E9A0-47FF-99B2-F7ED896B6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29a6084f5a_1_77:notes">
            <a:extLst>
              <a:ext uri="{FF2B5EF4-FFF2-40B4-BE49-F238E27FC236}">
                <a16:creationId xmlns:a16="http://schemas.microsoft.com/office/drawing/2014/main" id="{7E272296-A18C-E252-E8F8-0CDB18058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3222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29cda8039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29cda80391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77302" y="673625"/>
            <a:ext cx="6581100" cy="219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677921" y="3615250"/>
            <a:ext cx="37893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51128" y="238644"/>
            <a:ext cx="8430000" cy="4666200"/>
          </a:xfrm>
          <a:prstGeom prst="roundRect">
            <a:avLst>
              <a:gd name="adj" fmla="val 4973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13" name="Google Shape;13;p2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358665" y="239644"/>
            <a:ext cx="8430000" cy="4666200"/>
          </a:xfrm>
          <a:prstGeom prst="roundRect">
            <a:avLst>
              <a:gd name="adj" fmla="val 497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278785" y="2362825"/>
            <a:ext cx="45864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819893" y="1166825"/>
            <a:ext cx="150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811900" y="3532818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23" name="Google Shape;23;p3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1017900" y="1685688"/>
            <a:ext cx="4695000" cy="65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1017900" y="2343913"/>
            <a:ext cx="4695000" cy="11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351128" y="228595"/>
            <a:ext cx="8430000" cy="4686251"/>
            <a:chOff x="351128" y="228595"/>
            <a:chExt cx="8430000" cy="4686251"/>
          </a:xfrm>
        </p:grpSpPr>
        <p:sp>
          <p:nvSpPr>
            <p:cNvPr id="79" name="Google Shape;79;p9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" name="Google Shape;80;p9"/>
            <p:cNvGrpSpPr/>
            <p:nvPr/>
          </p:nvGrpSpPr>
          <p:grpSpPr>
            <a:xfrm>
              <a:off x="713171" y="228595"/>
              <a:ext cx="7717725" cy="4686251"/>
              <a:chOff x="713175" y="432300"/>
              <a:chExt cx="7717725" cy="4278900"/>
            </a:xfrm>
          </p:grpSpPr>
          <p:cxnSp>
            <p:nvCxnSpPr>
              <p:cNvPr id="81" name="Google Shape;81;p9"/>
              <p:cNvCxnSpPr/>
              <p:nvPr/>
            </p:nvCxnSpPr>
            <p:spPr>
              <a:xfrm>
                <a:off x="713175" y="453850"/>
                <a:ext cx="0" cy="4242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" name="Google Shape;82;p9"/>
              <p:cNvCxnSpPr/>
              <p:nvPr/>
            </p:nvCxnSpPr>
            <p:spPr>
              <a:xfrm>
                <a:off x="8430900" y="432300"/>
                <a:ext cx="0" cy="4278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3">
    <p:bg>
      <p:bgPr>
        <a:solidFill>
          <a:schemeClr val="l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358665" y="239644"/>
            <a:ext cx="8430000" cy="4666200"/>
          </a:xfrm>
          <a:prstGeom prst="roundRect">
            <a:avLst>
              <a:gd name="adj" fmla="val 497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3485402" y="1754650"/>
            <a:ext cx="48243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2" hasCustomPrompt="1"/>
          </p:nvPr>
        </p:nvSpPr>
        <p:spPr>
          <a:xfrm>
            <a:off x="830823" y="1711248"/>
            <a:ext cx="2209500" cy="17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1"/>
          </p:nvPr>
        </p:nvSpPr>
        <p:spPr>
          <a:xfrm>
            <a:off x="4137452" y="2924643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9" name="Google Shape;129;p14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130" name="Google Shape;130;p14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title"/>
          </p:nvPr>
        </p:nvSpPr>
        <p:spPr>
          <a:xfrm>
            <a:off x="4120575" y="1579526"/>
            <a:ext cx="4310100" cy="172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1"/>
          </p:nvPr>
        </p:nvSpPr>
        <p:spPr>
          <a:xfrm>
            <a:off x="4120575" y="3199226"/>
            <a:ext cx="4310100" cy="110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18"/>
          <p:cNvGrpSpPr/>
          <p:nvPr/>
        </p:nvGrpSpPr>
        <p:grpSpPr>
          <a:xfrm>
            <a:off x="338575" y="238644"/>
            <a:ext cx="8457300" cy="4666200"/>
            <a:chOff x="338575" y="238644"/>
            <a:chExt cx="8457300" cy="4666200"/>
          </a:xfrm>
        </p:grpSpPr>
        <p:sp>
          <p:nvSpPr>
            <p:cNvPr id="171" name="Google Shape;171;p18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2" name="Google Shape;172;p18"/>
            <p:cNvCxnSpPr/>
            <p:nvPr/>
          </p:nvCxnSpPr>
          <p:spPr>
            <a:xfrm>
              <a:off x="338575" y="972500"/>
              <a:ext cx="8457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3" name="Google Shape;173;p18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174" name="Google Shape;174;p18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4615223" y="2205483"/>
            <a:ext cx="3267900" cy="6036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0"/>
          <p:cNvSpPr txBox="1">
            <a:spLocks noGrp="1"/>
          </p:cNvSpPr>
          <p:nvPr>
            <p:ph type="subTitle" idx="1"/>
          </p:nvPr>
        </p:nvSpPr>
        <p:spPr>
          <a:xfrm>
            <a:off x="4615223" y="2809083"/>
            <a:ext cx="3267900" cy="11583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2" name="Google Shape;192;p20"/>
          <p:cNvGrpSpPr/>
          <p:nvPr/>
        </p:nvGrpSpPr>
        <p:grpSpPr>
          <a:xfrm>
            <a:off x="338575" y="238644"/>
            <a:ext cx="8457300" cy="4666200"/>
            <a:chOff x="338575" y="238644"/>
            <a:chExt cx="8457300" cy="4666200"/>
          </a:xfrm>
        </p:grpSpPr>
        <p:sp>
          <p:nvSpPr>
            <p:cNvPr id="193" name="Google Shape;193;p20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4" name="Google Shape;194;p20"/>
            <p:cNvCxnSpPr/>
            <p:nvPr/>
          </p:nvCxnSpPr>
          <p:spPr>
            <a:xfrm>
              <a:off x="338575" y="972500"/>
              <a:ext cx="8457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5" name="Google Shape;195;p20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196" name="Google Shape;196;p20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_1_1_1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2"/>
          <p:cNvGrpSpPr/>
          <p:nvPr/>
        </p:nvGrpSpPr>
        <p:grpSpPr>
          <a:xfrm>
            <a:off x="338575" y="238644"/>
            <a:ext cx="8457300" cy="4666200"/>
            <a:chOff x="338575" y="238644"/>
            <a:chExt cx="8457300" cy="4666200"/>
          </a:xfrm>
        </p:grpSpPr>
        <p:sp>
          <p:nvSpPr>
            <p:cNvPr id="213" name="Google Shape;213;p22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4" name="Google Shape;214;p22"/>
            <p:cNvCxnSpPr/>
            <p:nvPr/>
          </p:nvCxnSpPr>
          <p:spPr>
            <a:xfrm>
              <a:off x="338575" y="972500"/>
              <a:ext cx="8457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5" name="Google Shape;215;p22"/>
          <p:cNvSpPr txBox="1">
            <a:spLocks noGrp="1"/>
          </p:cNvSpPr>
          <p:nvPr>
            <p:ph type="subTitle" idx="1"/>
          </p:nvPr>
        </p:nvSpPr>
        <p:spPr>
          <a:xfrm>
            <a:off x="713100" y="1767950"/>
            <a:ext cx="4278600" cy="1898700"/>
          </a:xfrm>
          <a:prstGeom prst="rect">
            <a:avLst/>
          </a:prstGeom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7" name="Google Shape;217;p22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218" name="Google Shape;218;p22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32"/>
          <p:cNvGrpSpPr/>
          <p:nvPr/>
        </p:nvGrpSpPr>
        <p:grpSpPr>
          <a:xfrm>
            <a:off x="338575" y="238644"/>
            <a:ext cx="8457300" cy="4666200"/>
            <a:chOff x="338575" y="238644"/>
            <a:chExt cx="8457300" cy="4666200"/>
          </a:xfrm>
        </p:grpSpPr>
        <p:sp>
          <p:nvSpPr>
            <p:cNvPr id="356" name="Google Shape;356;p32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7" name="Google Shape;357;p32"/>
            <p:cNvCxnSpPr/>
            <p:nvPr/>
          </p:nvCxnSpPr>
          <p:spPr>
            <a:xfrm>
              <a:off x="338575" y="972500"/>
              <a:ext cx="8457300" cy="0"/>
            </a:xfrm>
            <a:prstGeom prst="straightConnector1">
              <a:avLst/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8" name="Google Shape;358;p32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359" name="Google Shape;359;p32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2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2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2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32"/>
          <p:cNvSpPr/>
          <p:nvPr/>
        </p:nvSpPr>
        <p:spPr>
          <a:xfrm>
            <a:off x="1992438" y="3209770"/>
            <a:ext cx="51639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grpSp>
        <p:nvGrpSpPr>
          <p:cNvPr id="364" name="Google Shape;364;p32"/>
          <p:cNvGrpSpPr/>
          <p:nvPr/>
        </p:nvGrpSpPr>
        <p:grpSpPr>
          <a:xfrm>
            <a:off x="7774198" y="1271033"/>
            <a:ext cx="656700" cy="656686"/>
            <a:chOff x="8030050" y="2613550"/>
            <a:chExt cx="1147475" cy="1147450"/>
          </a:xfrm>
        </p:grpSpPr>
        <p:sp>
          <p:nvSpPr>
            <p:cNvPr id="365" name="Google Shape;365;p32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2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2"/>
            <p:cNvSpPr/>
            <p:nvPr/>
          </p:nvSpPr>
          <p:spPr>
            <a:xfrm>
              <a:off x="8143275" y="2613550"/>
              <a:ext cx="923300" cy="1147450"/>
            </a:xfrm>
            <a:custGeom>
              <a:avLst/>
              <a:gdLst/>
              <a:ahLst/>
              <a:cxnLst/>
              <a:rect l="l" t="t" r="r" b="b"/>
              <a:pathLst>
                <a:path w="36932" h="45898" extrusionOk="0">
                  <a:moveTo>
                    <a:pt x="18451" y="45898"/>
                  </a:moveTo>
                  <a:cubicBezTo>
                    <a:pt x="8268" y="45898"/>
                    <a:pt x="1" y="35594"/>
                    <a:pt x="1" y="22949"/>
                  </a:cubicBezTo>
                  <a:cubicBezTo>
                    <a:pt x="1" y="10305"/>
                    <a:pt x="8268" y="1"/>
                    <a:pt x="18451" y="1"/>
                  </a:cubicBezTo>
                  <a:cubicBezTo>
                    <a:pt x="28633" y="1"/>
                    <a:pt x="36931" y="10305"/>
                    <a:pt x="36931" y="22949"/>
                  </a:cubicBezTo>
                  <a:cubicBezTo>
                    <a:pt x="36931" y="35594"/>
                    <a:pt x="28633" y="45898"/>
                    <a:pt x="18451" y="45898"/>
                  </a:cubicBezTo>
                  <a:close/>
                  <a:moveTo>
                    <a:pt x="18451" y="396"/>
                  </a:moveTo>
                  <a:cubicBezTo>
                    <a:pt x="8481" y="396"/>
                    <a:pt x="365" y="10487"/>
                    <a:pt x="365" y="22949"/>
                  </a:cubicBezTo>
                  <a:cubicBezTo>
                    <a:pt x="365" y="35381"/>
                    <a:pt x="8451" y="45533"/>
                    <a:pt x="18451" y="45533"/>
                  </a:cubicBezTo>
                  <a:cubicBezTo>
                    <a:pt x="28420" y="45533"/>
                    <a:pt x="36536" y="35411"/>
                    <a:pt x="36536" y="22949"/>
                  </a:cubicBezTo>
                  <a:cubicBezTo>
                    <a:pt x="36506" y="10517"/>
                    <a:pt x="28420" y="396"/>
                    <a:pt x="18451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8242825" y="2613550"/>
              <a:ext cx="724950" cy="1147450"/>
            </a:xfrm>
            <a:custGeom>
              <a:avLst/>
              <a:gdLst/>
              <a:ahLst/>
              <a:cxnLst/>
              <a:rect l="l" t="t" r="r" b="b"/>
              <a:pathLst>
                <a:path w="28998" h="45898" extrusionOk="0">
                  <a:moveTo>
                    <a:pt x="14469" y="45898"/>
                  </a:moveTo>
                  <a:cubicBezTo>
                    <a:pt x="6505" y="45898"/>
                    <a:pt x="0" y="35594"/>
                    <a:pt x="0" y="22949"/>
                  </a:cubicBezTo>
                  <a:cubicBezTo>
                    <a:pt x="0" y="10305"/>
                    <a:pt x="6505" y="1"/>
                    <a:pt x="14469" y="1"/>
                  </a:cubicBezTo>
                  <a:cubicBezTo>
                    <a:pt x="22463" y="1"/>
                    <a:pt x="28937" y="10305"/>
                    <a:pt x="28937" y="22949"/>
                  </a:cubicBezTo>
                  <a:cubicBezTo>
                    <a:pt x="28998" y="35594"/>
                    <a:pt x="22493" y="45898"/>
                    <a:pt x="14469" y="45898"/>
                  </a:cubicBezTo>
                  <a:close/>
                  <a:moveTo>
                    <a:pt x="14469" y="396"/>
                  </a:moveTo>
                  <a:cubicBezTo>
                    <a:pt x="6687" y="396"/>
                    <a:pt x="365" y="10487"/>
                    <a:pt x="365" y="22949"/>
                  </a:cubicBezTo>
                  <a:cubicBezTo>
                    <a:pt x="365" y="35381"/>
                    <a:pt x="6687" y="45533"/>
                    <a:pt x="14469" y="45533"/>
                  </a:cubicBezTo>
                  <a:cubicBezTo>
                    <a:pt x="22250" y="45533"/>
                    <a:pt x="28572" y="35411"/>
                    <a:pt x="28572" y="22949"/>
                  </a:cubicBezTo>
                  <a:cubicBezTo>
                    <a:pt x="28603" y="10517"/>
                    <a:pt x="22250" y="396"/>
                    <a:pt x="1446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8327175" y="2613550"/>
              <a:ext cx="558550" cy="1147450"/>
            </a:xfrm>
            <a:custGeom>
              <a:avLst/>
              <a:gdLst/>
              <a:ahLst/>
              <a:cxnLst/>
              <a:rect l="l" t="t" r="r" b="b"/>
              <a:pathLst>
                <a:path w="22342" h="45898" extrusionOk="0">
                  <a:moveTo>
                    <a:pt x="11186" y="45898"/>
                  </a:moveTo>
                  <a:cubicBezTo>
                    <a:pt x="5016" y="45898"/>
                    <a:pt x="0" y="35594"/>
                    <a:pt x="0" y="22949"/>
                  </a:cubicBezTo>
                  <a:cubicBezTo>
                    <a:pt x="0" y="10305"/>
                    <a:pt x="5016" y="1"/>
                    <a:pt x="11186" y="1"/>
                  </a:cubicBezTo>
                  <a:cubicBezTo>
                    <a:pt x="17326" y="1"/>
                    <a:pt x="22341" y="10305"/>
                    <a:pt x="22341" y="22949"/>
                  </a:cubicBezTo>
                  <a:cubicBezTo>
                    <a:pt x="22341" y="35594"/>
                    <a:pt x="17326" y="45898"/>
                    <a:pt x="11186" y="45898"/>
                  </a:cubicBezTo>
                  <a:close/>
                  <a:moveTo>
                    <a:pt x="11186" y="396"/>
                  </a:moveTo>
                  <a:cubicBezTo>
                    <a:pt x="5259" y="396"/>
                    <a:pt x="426" y="10487"/>
                    <a:pt x="426" y="22949"/>
                  </a:cubicBezTo>
                  <a:cubicBezTo>
                    <a:pt x="426" y="35381"/>
                    <a:pt x="5259" y="45533"/>
                    <a:pt x="11186" y="45533"/>
                  </a:cubicBezTo>
                  <a:cubicBezTo>
                    <a:pt x="17113" y="45533"/>
                    <a:pt x="21916" y="35411"/>
                    <a:pt x="21916" y="22949"/>
                  </a:cubicBezTo>
                  <a:cubicBezTo>
                    <a:pt x="21916" y="10517"/>
                    <a:pt x="17113" y="396"/>
                    <a:pt x="11186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8420625" y="2613550"/>
              <a:ext cx="376950" cy="1147450"/>
            </a:xfrm>
            <a:custGeom>
              <a:avLst/>
              <a:gdLst/>
              <a:ahLst/>
              <a:cxnLst/>
              <a:rect l="l" t="t" r="r" b="b"/>
              <a:pathLst>
                <a:path w="15078" h="45898" extrusionOk="0">
                  <a:moveTo>
                    <a:pt x="7509" y="45898"/>
                  </a:moveTo>
                  <a:cubicBezTo>
                    <a:pt x="3284" y="45898"/>
                    <a:pt x="1" y="35837"/>
                    <a:pt x="1" y="22949"/>
                  </a:cubicBezTo>
                  <a:cubicBezTo>
                    <a:pt x="1" y="10061"/>
                    <a:pt x="3284" y="1"/>
                    <a:pt x="7509" y="1"/>
                  </a:cubicBezTo>
                  <a:cubicBezTo>
                    <a:pt x="11734" y="1"/>
                    <a:pt x="15047" y="10061"/>
                    <a:pt x="15047" y="22949"/>
                  </a:cubicBezTo>
                  <a:cubicBezTo>
                    <a:pt x="15077" y="35837"/>
                    <a:pt x="11734" y="45898"/>
                    <a:pt x="7509" y="45898"/>
                  </a:cubicBezTo>
                  <a:close/>
                  <a:moveTo>
                    <a:pt x="7509" y="396"/>
                  </a:moveTo>
                  <a:cubicBezTo>
                    <a:pt x="3557" y="396"/>
                    <a:pt x="366" y="10487"/>
                    <a:pt x="366" y="22949"/>
                  </a:cubicBezTo>
                  <a:cubicBezTo>
                    <a:pt x="366" y="35381"/>
                    <a:pt x="3557" y="45533"/>
                    <a:pt x="7509" y="45533"/>
                  </a:cubicBezTo>
                  <a:cubicBezTo>
                    <a:pt x="11460" y="45533"/>
                    <a:pt x="14652" y="35411"/>
                    <a:pt x="14652" y="22949"/>
                  </a:cubicBezTo>
                  <a:cubicBezTo>
                    <a:pt x="14652" y="10517"/>
                    <a:pt x="11460" y="396"/>
                    <a:pt x="750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8519425" y="2613550"/>
              <a:ext cx="183925" cy="1147450"/>
            </a:xfrm>
            <a:custGeom>
              <a:avLst/>
              <a:gdLst/>
              <a:ahLst/>
              <a:cxnLst/>
              <a:rect l="l" t="t" r="r" b="b"/>
              <a:pathLst>
                <a:path w="7357" h="45898" extrusionOk="0">
                  <a:moveTo>
                    <a:pt x="3678" y="45898"/>
                  </a:moveTo>
                  <a:cubicBezTo>
                    <a:pt x="1277" y="45898"/>
                    <a:pt x="0" y="34074"/>
                    <a:pt x="0" y="22949"/>
                  </a:cubicBezTo>
                  <a:cubicBezTo>
                    <a:pt x="0" y="11824"/>
                    <a:pt x="1277" y="1"/>
                    <a:pt x="3678" y="1"/>
                  </a:cubicBezTo>
                  <a:cubicBezTo>
                    <a:pt x="6080" y="1"/>
                    <a:pt x="7356" y="11824"/>
                    <a:pt x="7356" y="22949"/>
                  </a:cubicBezTo>
                  <a:cubicBezTo>
                    <a:pt x="7356" y="34074"/>
                    <a:pt x="6019" y="45898"/>
                    <a:pt x="3678" y="45898"/>
                  </a:cubicBezTo>
                  <a:close/>
                  <a:moveTo>
                    <a:pt x="3678" y="396"/>
                  </a:moveTo>
                  <a:cubicBezTo>
                    <a:pt x="2128" y="396"/>
                    <a:pt x="396" y="9666"/>
                    <a:pt x="396" y="22949"/>
                  </a:cubicBezTo>
                  <a:cubicBezTo>
                    <a:pt x="396" y="36262"/>
                    <a:pt x="2158" y="45533"/>
                    <a:pt x="3678" y="45533"/>
                  </a:cubicBezTo>
                  <a:cubicBezTo>
                    <a:pt x="5198" y="45533"/>
                    <a:pt x="6931" y="36262"/>
                    <a:pt x="6931" y="22949"/>
                  </a:cubicBezTo>
                  <a:cubicBezTo>
                    <a:pt x="6931" y="9666"/>
                    <a:pt x="5198" y="396"/>
                    <a:pt x="3678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2"/>
            <p:cNvSpPr/>
            <p:nvPr/>
          </p:nvSpPr>
          <p:spPr>
            <a:xfrm>
              <a:off x="8599200" y="2618100"/>
              <a:ext cx="9150" cy="1138350"/>
            </a:xfrm>
            <a:custGeom>
              <a:avLst/>
              <a:gdLst/>
              <a:ahLst/>
              <a:cxnLst/>
              <a:rect l="l" t="t" r="r" b="b"/>
              <a:pathLst>
                <a:path w="366" h="45534" extrusionOk="0">
                  <a:moveTo>
                    <a:pt x="1" y="1"/>
                  </a:moveTo>
                  <a:lnTo>
                    <a:pt x="366" y="1"/>
                  </a:lnTo>
                  <a:lnTo>
                    <a:pt x="366" y="45533"/>
                  </a:lnTo>
                  <a:lnTo>
                    <a:pt x="1" y="4553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2"/>
            <p:cNvSpPr/>
            <p:nvPr/>
          </p:nvSpPr>
          <p:spPr>
            <a:xfrm>
              <a:off x="8045250" y="327010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0"/>
                  </a:moveTo>
                  <a:lnTo>
                    <a:pt x="44652" y="0"/>
                  </a:lnTo>
                  <a:lnTo>
                    <a:pt x="44652" y="365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2"/>
            <p:cNvSpPr/>
            <p:nvPr/>
          </p:nvSpPr>
          <p:spPr>
            <a:xfrm>
              <a:off x="8061200" y="33544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0"/>
                  </a:moveTo>
                  <a:lnTo>
                    <a:pt x="43467" y="0"/>
                  </a:lnTo>
                  <a:lnTo>
                    <a:pt x="43467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2"/>
            <p:cNvSpPr/>
            <p:nvPr/>
          </p:nvSpPr>
          <p:spPr>
            <a:xfrm>
              <a:off x="8095400" y="34388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0"/>
                  </a:moveTo>
                  <a:lnTo>
                    <a:pt x="40579" y="0"/>
                  </a:lnTo>
                  <a:lnTo>
                    <a:pt x="4057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2"/>
            <p:cNvSpPr/>
            <p:nvPr/>
          </p:nvSpPr>
          <p:spPr>
            <a:xfrm>
              <a:off x="8144025" y="3513250"/>
              <a:ext cx="920275" cy="9150"/>
            </a:xfrm>
            <a:custGeom>
              <a:avLst/>
              <a:gdLst/>
              <a:ahLst/>
              <a:cxnLst/>
              <a:rect l="l" t="t" r="r" b="b"/>
              <a:pathLst>
                <a:path w="36811" h="366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66"/>
                  </a:lnTo>
                  <a:lnTo>
                    <a:pt x="1" y="36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2"/>
            <p:cNvSpPr/>
            <p:nvPr/>
          </p:nvSpPr>
          <p:spPr>
            <a:xfrm>
              <a:off x="8201025" y="3581650"/>
              <a:ext cx="804000" cy="9150"/>
            </a:xfrm>
            <a:custGeom>
              <a:avLst/>
              <a:gdLst/>
              <a:ahLst/>
              <a:cxnLst/>
              <a:rect l="l" t="t" r="r" b="b"/>
              <a:pathLst>
                <a:path w="32160" h="36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8270925" y="36432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1"/>
                  </a:moveTo>
                  <a:lnTo>
                    <a:pt x="26536" y="1"/>
                  </a:lnTo>
                  <a:lnTo>
                    <a:pt x="26536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8349200" y="36910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0"/>
                  </a:moveTo>
                  <a:lnTo>
                    <a:pt x="20366" y="0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8034600" y="3189550"/>
              <a:ext cx="1140625" cy="9150"/>
            </a:xfrm>
            <a:custGeom>
              <a:avLst/>
              <a:gdLst/>
              <a:ahLst/>
              <a:cxnLst/>
              <a:rect l="l" t="t" r="r" b="b"/>
              <a:pathLst>
                <a:path w="45625" h="366" extrusionOk="0">
                  <a:moveTo>
                    <a:pt x="1" y="0"/>
                  </a:moveTo>
                  <a:lnTo>
                    <a:pt x="45625" y="0"/>
                  </a:lnTo>
                  <a:lnTo>
                    <a:pt x="45625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8045250" y="310215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1"/>
                  </a:moveTo>
                  <a:lnTo>
                    <a:pt x="44652" y="1"/>
                  </a:lnTo>
                  <a:lnTo>
                    <a:pt x="44652" y="366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8061200" y="30170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1"/>
                  </a:moveTo>
                  <a:lnTo>
                    <a:pt x="43467" y="1"/>
                  </a:lnTo>
                  <a:lnTo>
                    <a:pt x="43467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8095400" y="29327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1"/>
                  </a:moveTo>
                  <a:lnTo>
                    <a:pt x="40579" y="1"/>
                  </a:lnTo>
                  <a:lnTo>
                    <a:pt x="40579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2"/>
            <p:cNvSpPr/>
            <p:nvPr/>
          </p:nvSpPr>
          <p:spPr>
            <a:xfrm>
              <a:off x="8144025" y="2858225"/>
              <a:ext cx="920275" cy="9925"/>
            </a:xfrm>
            <a:custGeom>
              <a:avLst/>
              <a:gdLst/>
              <a:ahLst/>
              <a:cxnLst/>
              <a:rect l="l" t="t" r="r" b="b"/>
              <a:pathLst>
                <a:path w="36811" h="397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2"/>
            <p:cNvSpPr/>
            <p:nvPr/>
          </p:nvSpPr>
          <p:spPr>
            <a:xfrm>
              <a:off x="8201025" y="2789850"/>
              <a:ext cx="804000" cy="9900"/>
            </a:xfrm>
            <a:custGeom>
              <a:avLst/>
              <a:gdLst/>
              <a:ahLst/>
              <a:cxnLst/>
              <a:rect l="l" t="t" r="r" b="b"/>
              <a:pathLst>
                <a:path w="32160" h="39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8270925" y="27283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0"/>
                  </a:moveTo>
                  <a:lnTo>
                    <a:pt x="26536" y="0"/>
                  </a:lnTo>
                  <a:lnTo>
                    <a:pt x="26536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8349200" y="26811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1"/>
                  </a:moveTo>
                  <a:lnTo>
                    <a:pt x="20366" y="1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" name="Google Shape;388;p32"/>
          <p:cNvGrpSpPr/>
          <p:nvPr/>
        </p:nvGrpSpPr>
        <p:grpSpPr>
          <a:xfrm>
            <a:off x="1741313" y="4379925"/>
            <a:ext cx="5666187" cy="318550"/>
            <a:chOff x="2764725" y="4448400"/>
            <a:chExt cx="5666187" cy="318550"/>
          </a:xfrm>
        </p:grpSpPr>
        <p:sp>
          <p:nvSpPr>
            <p:cNvPr id="389" name="Google Shape;389;p32"/>
            <p:cNvSpPr/>
            <p:nvPr/>
          </p:nvSpPr>
          <p:spPr>
            <a:xfrm>
              <a:off x="8146975" y="4448400"/>
              <a:ext cx="283937" cy="318550"/>
            </a:xfrm>
            <a:custGeom>
              <a:avLst/>
              <a:gdLst/>
              <a:ahLst/>
              <a:cxnLst/>
              <a:rect l="l" t="t" r="r" b="b"/>
              <a:pathLst>
                <a:path w="22575" h="25327" extrusionOk="0">
                  <a:moveTo>
                    <a:pt x="10186" y="0"/>
                  </a:moveTo>
                  <a:lnTo>
                    <a:pt x="8259" y="1927"/>
                  </a:lnTo>
                  <a:lnTo>
                    <a:pt x="17344" y="11012"/>
                  </a:lnTo>
                  <a:lnTo>
                    <a:pt x="0" y="11012"/>
                  </a:lnTo>
                  <a:lnTo>
                    <a:pt x="0" y="13764"/>
                  </a:lnTo>
                  <a:lnTo>
                    <a:pt x="17344" y="13764"/>
                  </a:lnTo>
                  <a:lnTo>
                    <a:pt x="8259" y="23124"/>
                  </a:lnTo>
                  <a:lnTo>
                    <a:pt x="10186" y="25327"/>
                  </a:lnTo>
                  <a:lnTo>
                    <a:pt x="22574" y="12388"/>
                  </a:lnTo>
                  <a:lnTo>
                    <a:pt x="101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0" name="Google Shape;390;p32"/>
            <p:cNvCxnSpPr/>
            <p:nvPr/>
          </p:nvCxnSpPr>
          <p:spPr>
            <a:xfrm>
              <a:off x="2764725" y="4607675"/>
              <a:ext cx="56493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1" name="Google Shape;391;p32"/>
          <p:cNvSpPr/>
          <p:nvPr/>
        </p:nvSpPr>
        <p:spPr>
          <a:xfrm>
            <a:off x="1987663" y="2413070"/>
            <a:ext cx="51639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1987663" y="1616370"/>
            <a:ext cx="51639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33"/>
          <p:cNvGrpSpPr/>
          <p:nvPr/>
        </p:nvGrpSpPr>
        <p:grpSpPr>
          <a:xfrm>
            <a:off x="351128" y="228595"/>
            <a:ext cx="8430000" cy="4686251"/>
            <a:chOff x="351128" y="228595"/>
            <a:chExt cx="8430000" cy="4686251"/>
          </a:xfrm>
        </p:grpSpPr>
        <p:sp>
          <p:nvSpPr>
            <p:cNvPr id="395" name="Google Shape;395;p33"/>
            <p:cNvSpPr/>
            <p:nvPr/>
          </p:nvSpPr>
          <p:spPr>
            <a:xfrm>
              <a:off x="351128" y="238644"/>
              <a:ext cx="8430000" cy="4666200"/>
            </a:xfrm>
            <a:prstGeom prst="roundRect">
              <a:avLst>
                <a:gd name="adj" fmla="val 4973"/>
              </a:avLst>
            </a:prstGeom>
            <a:noFill/>
            <a:ln w="2857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" name="Google Shape;396;p33"/>
            <p:cNvGrpSpPr/>
            <p:nvPr/>
          </p:nvGrpSpPr>
          <p:grpSpPr>
            <a:xfrm>
              <a:off x="713171" y="228595"/>
              <a:ext cx="7717725" cy="4686251"/>
              <a:chOff x="713175" y="432300"/>
              <a:chExt cx="7717725" cy="4278900"/>
            </a:xfrm>
          </p:grpSpPr>
          <p:cxnSp>
            <p:nvCxnSpPr>
              <p:cNvPr id="397" name="Google Shape;397;p33"/>
              <p:cNvCxnSpPr/>
              <p:nvPr/>
            </p:nvCxnSpPr>
            <p:spPr>
              <a:xfrm>
                <a:off x="713175" y="453850"/>
                <a:ext cx="0" cy="4242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33"/>
              <p:cNvCxnSpPr/>
              <p:nvPr/>
            </p:nvCxnSpPr>
            <p:spPr>
              <a:xfrm>
                <a:off x="8430900" y="432300"/>
                <a:ext cx="0" cy="4278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99" name="Google Shape;399;p33"/>
          <p:cNvSpPr/>
          <p:nvPr/>
        </p:nvSpPr>
        <p:spPr>
          <a:xfrm>
            <a:off x="6744573" y="3029250"/>
            <a:ext cx="1523400" cy="1523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33"/>
          <p:cNvGrpSpPr/>
          <p:nvPr/>
        </p:nvGrpSpPr>
        <p:grpSpPr>
          <a:xfrm>
            <a:off x="7177923" y="3462608"/>
            <a:ext cx="656700" cy="656686"/>
            <a:chOff x="8030050" y="2613550"/>
            <a:chExt cx="1147475" cy="1147450"/>
          </a:xfrm>
        </p:grpSpPr>
        <p:sp>
          <p:nvSpPr>
            <p:cNvPr id="401" name="Google Shape;401;p33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8143275" y="2613550"/>
              <a:ext cx="923300" cy="1147450"/>
            </a:xfrm>
            <a:custGeom>
              <a:avLst/>
              <a:gdLst/>
              <a:ahLst/>
              <a:cxnLst/>
              <a:rect l="l" t="t" r="r" b="b"/>
              <a:pathLst>
                <a:path w="36932" h="45898" extrusionOk="0">
                  <a:moveTo>
                    <a:pt x="18451" y="45898"/>
                  </a:moveTo>
                  <a:cubicBezTo>
                    <a:pt x="8268" y="45898"/>
                    <a:pt x="1" y="35594"/>
                    <a:pt x="1" y="22949"/>
                  </a:cubicBezTo>
                  <a:cubicBezTo>
                    <a:pt x="1" y="10305"/>
                    <a:pt x="8268" y="1"/>
                    <a:pt x="18451" y="1"/>
                  </a:cubicBezTo>
                  <a:cubicBezTo>
                    <a:pt x="28633" y="1"/>
                    <a:pt x="36931" y="10305"/>
                    <a:pt x="36931" y="22949"/>
                  </a:cubicBezTo>
                  <a:cubicBezTo>
                    <a:pt x="36931" y="35594"/>
                    <a:pt x="28633" y="45898"/>
                    <a:pt x="18451" y="45898"/>
                  </a:cubicBezTo>
                  <a:close/>
                  <a:moveTo>
                    <a:pt x="18451" y="396"/>
                  </a:moveTo>
                  <a:cubicBezTo>
                    <a:pt x="8481" y="396"/>
                    <a:pt x="365" y="10487"/>
                    <a:pt x="365" y="22949"/>
                  </a:cubicBezTo>
                  <a:cubicBezTo>
                    <a:pt x="365" y="35381"/>
                    <a:pt x="8451" y="45533"/>
                    <a:pt x="18451" y="45533"/>
                  </a:cubicBezTo>
                  <a:cubicBezTo>
                    <a:pt x="28420" y="45533"/>
                    <a:pt x="36536" y="35411"/>
                    <a:pt x="36536" y="22949"/>
                  </a:cubicBezTo>
                  <a:cubicBezTo>
                    <a:pt x="36506" y="10517"/>
                    <a:pt x="28420" y="396"/>
                    <a:pt x="18451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8242825" y="2613550"/>
              <a:ext cx="724950" cy="1147450"/>
            </a:xfrm>
            <a:custGeom>
              <a:avLst/>
              <a:gdLst/>
              <a:ahLst/>
              <a:cxnLst/>
              <a:rect l="l" t="t" r="r" b="b"/>
              <a:pathLst>
                <a:path w="28998" h="45898" extrusionOk="0">
                  <a:moveTo>
                    <a:pt x="14469" y="45898"/>
                  </a:moveTo>
                  <a:cubicBezTo>
                    <a:pt x="6505" y="45898"/>
                    <a:pt x="0" y="35594"/>
                    <a:pt x="0" y="22949"/>
                  </a:cubicBezTo>
                  <a:cubicBezTo>
                    <a:pt x="0" y="10305"/>
                    <a:pt x="6505" y="1"/>
                    <a:pt x="14469" y="1"/>
                  </a:cubicBezTo>
                  <a:cubicBezTo>
                    <a:pt x="22463" y="1"/>
                    <a:pt x="28937" y="10305"/>
                    <a:pt x="28937" y="22949"/>
                  </a:cubicBezTo>
                  <a:cubicBezTo>
                    <a:pt x="28998" y="35594"/>
                    <a:pt x="22493" y="45898"/>
                    <a:pt x="14469" y="45898"/>
                  </a:cubicBezTo>
                  <a:close/>
                  <a:moveTo>
                    <a:pt x="14469" y="396"/>
                  </a:moveTo>
                  <a:cubicBezTo>
                    <a:pt x="6687" y="396"/>
                    <a:pt x="365" y="10487"/>
                    <a:pt x="365" y="22949"/>
                  </a:cubicBezTo>
                  <a:cubicBezTo>
                    <a:pt x="365" y="35381"/>
                    <a:pt x="6687" y="45533"/>
                    <a:pt x="14469" y="45533"/>
                  </a:cubicBezTo>
                  <a:cubicBezTo>
                    <a:pt x="22250" y="45533"/>
                    <a:pt x="28572" y="35411"/>
                    <a:pt x="28572" y="22949"/>
                  </a:cubicBezTo>
                  <a:cubicBezTo>
                    <a:pt x="28603" y="10517"/>
                    <a:pt x="22250" y="396"/>
                    <a:pt x="1446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8327175" y="2613550"/>
              <a:ext cx="558550" cy="1147450"/>
            </a:xfrm>
            <a:custGeom>
              <a:avLst/>
              <a:gdLst/>
              <a:ahLst/>
              <a:cxnLst/>
              <a:rect l="l" t="t" r="r" b="b"/>
              <a:pathLst>
                <a:path w="22342" h="45898" extrusionOk="0">
                  <a:moveTo>
                    <a:pt x="11186" y="45898"/>
                  </a:moveTo>
                  <a:cubicBezTo>
                    <a:pt x="5016" y="45898"/>
                    <a:pt x="0" y="35594"/>
                    <a:pt x="0" y="22949"/>
                  </a:cubicBezTo>
                  <a:cubicBezTo>
                    <a:pt x="0" y="10305"/>
                    <a:pt x="5016" y="1"/>
                    <a:pt x="11186" y="1"/>
                  </a:cubicBezTo>
                  <a:cubicBezTo>
                    <a:pt x="17326" y="1"/>
                    <a:pt x="22341" y="10305"/>
                    <a:pt x="22341" y="22949"/>
                  </a:cubicBezTo>
                  <a:cubicBezTo>
                    <a:pt x="22341" y="35594"/>
                    <a:pt x="17326" y="45898"/>
                    <a:pt x="11186" y="45898"/>
                  </a:cubicBezTo>
                  <a:close/>
                  <a:moveTo>
                    <a:pt x="11186" y="396"/>
                  </a:moveTo>
                  <a:cubicBezTo>
                    <a:pt x="5259" y="396"/>
                    <a:pt x="426" y="10487"/>
                    <a:pt x="426" y="22949"/>
                  </a:cubicBezTo>
                  <a:cubicBezTo>
                    <a:pt x="426" y="35381"/>
                    <a:pt x="5259" y="45533"/>
                    <a:pt x="11186" y="45533"/>
                  </a:cubicBezTo>
                  <a:cubicBezTo>
                    <a:pt x="17113" y="45533"/>
                    <a:pt x="21916" y="35411"/>
                    <a:pt x="21916" y="22949"/>
                  </a:cubicBezTo>
                  <a:cubicBezTo>
                    <a:pt x="21916" y="10517"/>
                    <a:pt x="17113" y="396"/>
                    <a:pt x="11186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8420625" y="2613550"/>
              <a:ext cx="376950" cy="1147450"/>
            </a:xfrm>
            <a:custGeom>
              <a:avLst/>
              <a:gdLst/>
              <a:ahLst/>
              <a:cxnLst/>
              <a:rect l="l" t="t" r="r" b="b"/>
              <a:pathLst>
                <a:path w="15078" h="45898" extrusionOk="0">
                  <a:moveTo>
                    <a:pt x="7509" y="45898"/>
                  </a:moveTo>
                  <a:cubicBezTo>
                    <a:pt x="3284" y="45898"/>
                    <a:pt x="1" y="35837"/>
                    <a:pt x="1" y="22949"/>
                  </a:cubicBezTo>
                  <a:cubicBezTo>
                    <a:pt x="1" y="10061"/>
                    <a:pt x="3284" y="1"/>
                    <a:pt x="7509" y="1"/>
                  </a:cubicBezTo>
                  <a:cubicBezTo>
                    <a:pt x="11734" y="1"/>
                    <a:pt x="15047" y="10061"/>
                    <a:pt x="15047" y="22949"/>
                  </a:cubicBezTo>
                  <a:cubicBezTo>
                    <a:pt x="15077" y="35837"/>
                    <a:pt x="11734" y="45898"/>
                    <a:pt x="7509" y="45898"/>
                  </a:cubicBezTo>
                  <a:close/>
                  <a:moveTo>
                    <a:pt x="7509" y="396"/>
                  </a:moveTo>
                  <a:cubicBezTo>
                    <a:pt x="3557" y="396"/>
                    <a:pt x="366" y="10487"/>
                    <a:pt x="366" y="22949"/>
                  </a:cubicBezTo>
                  <a:cubicBezTo>
                    <a:pt x="366" y="35381"/>
                    <a:pt x="3557" y="45533"/>
                    <a:pt x="7509" y="45533"/>
                  </a:cubicBezTo>
                  <a:cubicBezTo>
                    <a:pt x="11460" y="45533"/>
                    <a:pt x="14652" y="35411"/>
                    <a:pt x="14652" y="22949"/>
                  </a:cubicBezTo>
                  <a:cubicBezTo>
                    <a:pt x="14652" y="10517"/>
                    <a:pt x="11460" y="396"/>
                    <a:pt x="750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3"/>
            <p:cNvSpPr/>
            <p:nvPr/>
          </p:nvSpPr>
          <p:spPr>
            <a:xfrm>
              <a:off x="8519425" y="2613550"/>
              <a:ext cx="183925" cy="1147450"/>
            </a:xfrm>
            <a:custGeom>
              <a:avLst/>
              <a:gdLst/>
              <a:ahLst/>
              <a:cxnLst/>
              <a:rect l="l" t="t" r="r" b="b"/>
              <a:pathLst>
                <a:path w="7357" h="45898" extrusionOk="0">
                  <a:moveTo>
                    <a:pt x="3678" y="45898"/>
                  </a:moveTo>
                  <a:cubicBezTo>
                    <a:pt x="1277" y="45898"/>
                    <a:pt x="0" y="34074"/>
                    <a:pt x="0" y="22949"/>
                  </a:cubicBezTo>
                  <a:cubicBezTo>
                    <a:pt x="0" y="11824"/>
                    <a:pt x="1277" y="1"/>
                    <a:pt x="3678" y="1"/>
                  </a:cubicBezTo>
                  <a:cubicBezTo>
                    <a:pt x="6080" y="1"/>
                    <a:pt x="7356" y="11824"/>
                    <a:pt x="7356" y="22949"/>
                  </a:cubicBezTo>
                  <a:cubicBezTo>
                    <a:pt x="7356" y="34074"/>
                    <a:pt x="6019" y="45898"/>
                    <a:pt x="3678" y="45898"/>
                  </a:cubicBezTo>
                  <a:close/>
                  <a:moveTo>
                    <a:pt x="3678" y="396"/>
                  </a:moveTo>
                  <a:cubicBezTo>
                    <a:pt x="2128" y="396"/>
                    <a:pt x="396" y="9666"/>
                    <a:pt x="396" y="22949"/>
                  </a:cubicBezTo>
                  <a:cubicBezTo>
                    <a:pt x="396" y="36262"/>
                    <a:pt x="2158" y="45533"/>
                    <a:pt x="3678" y="45533"/>
                  </a:cubicBezTo>
                  <a:cubicBezTo>
                    <a:pt x="5198" y="45533"/>
                    <a:pt x="6931" y="36262"/>
                    <a:pt x="6931" y="22949"/>
                  </a:cubicBezTo>
                  <a:cubicBezTo>
                    <a:pt x="6931" y="9666"/>
                    <a:pt x="5198" y="396"/>
                    <a:pt x="3678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3"/>
            <p:cNvSpPr/>
            <p:nvPr/>
          </p:nvSpPr>
          <p:spPr>
            <a:xfrm>
              <a:off x="8599200" y="2618100"/>
              <a:ext cx="9150" cy="1138350"/>
            </a:xfrm>
            <a:custGeom>
              <a:avLst/>
              <a:gdLst/>
              <a:ahLst/>
              <a:cxnLst/>
              <a:rect l="l" t="t" r="r" b="b"/>
              <a:pathLst>
                <a:path w="366" h="45534" extrusionOk="0">
                  <a:moveTo>
                    <a:pt x="1" y="1"/>
                  </a:moveTo>
                  <a:lnTo>
                    <a:pt x="366" y="1"/>
                  </a:lnTo>
                  <a:lnTo>
                    <a:pt x="366" y="45533"/>
                  </a:lnTo>
                  <a:lnTo>
                    <a:pt x="1" y="45533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8045250" y="327010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0"/>
                  </a:moveTo>
                  <a:lnTo>
                    <a:pt x="44652" y="0"/>
                  </a:lnTo>
                  <a:lnTo>
                    <a:pt x="44652" y="365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8061200" y="33544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0"/>
                  </a:moveTo>
                  <a:lnTo>
                    <a:pt x="43467" y="0"/>
                  </a:lnTo>
                  <a:lnTo>
                    <a:pt x="43467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8095400" y="34388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0"/>
                  </a:moveTo>
                  <a:lnTo>
                    <a:pt x="40579" y="0"/>
                  </a:lnTo>
                  <a:lnTo>
                    <a:pt x="4057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8144025" y="3513250"/>
              <a:ext cx="920275" cy="9150"/>
            </a:xfrm>
            <a:custGeom>
              <a:avLst/>
              <a:gdLst/>
              <a:ahLst/>
              <a:cxnLst/>
              <a:rect l="l" t="t" r="r" b="b"/>
              <a:pathLst>
                <a:path w="36811" h="366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66"/>
                  </a:lnTo>
                  <a:lnTo>
                    <a:pt x="1" y="36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8201025" y="3581650"/>
              <a:ext cx="804000" cy="9150"/>
            </a:xfrm>
            <a:custGeom>
              <a:avLst/>
              <a:gdLst/>
              <a:ahLst/>
              <a:cxnLst/>
              <a:rect l="l" t="t" r="r" b="b"/>
              <a:pathLst>
                <a:path w="32160" h="36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8270925" y="36432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1"/>
                  </a:moveTo>
                  <a:lnTo>
                    <a:pt x="26536" y="1"/>
                  </a:lnTo>
                  <a:lnTo>
                    <a:pt x="26536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8349200" y="36910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0"/>
                  </a:moveTo>
                  <a:lnTo>
                    <a:pt x="20366" y="0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8034600" y="3189550"/>
              <a:ext cx="1140625" cy="9150"/>
            </a:xfrm>
            <a:custGeom>
              <a:avLst/>
              <a:gdLst/>
              <a:ahLst/>
              <a:cxnLst/>
              <a:rect l="l" t="t" r="r" b="b"/>
              <a:pathLst>
                <a:path w="45625" h="366" extrusionOk="0">
                  <a:moveTo>
                    <a:pt x="1" y="0"/>
                  </a:moveTo>
                  <a:lnTo>
                    <a:pt x="45625" y="0"/>
                  </a:lnTo>
                  <a:lnTo>
                    <a:pt x="45625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8045250" y="310215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1"/>
                  </a:moveTo>
                  <a:lnTo>
                    <a:pt x="44652" y="1"/>
                  </a:lnTo>
                  <a:lnTo>
                    <a:pt x="44652" y="366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8061200" y="30170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1"/>
                  </a:moveTo>
                  <a:lnTo>
                    <a:pt x="43467" y="1"/>
                  </a:lnTo>
                  <a:lnTo>
                    <a:pt x="43467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8095400" y="29327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1"/>
                  </a:moveTo>
                  <a:lnTo>
                    <a:pt x="40579" y="1"/>
                  </a:lnTo>
                  <a:lnTo>
                    <a:pt x="40579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8144025" y="2858225"/>
              <a:ext cx="920275" cy="9925"/>
            </a:xfrm>
            <a:custGeom>
              <a:avLst/>
              <a:gdLst/>
              <a:ahLst/>
              <a:cxnLst/>
              <a:rect l="l" t="t" r="r" b="b"/>
              <a:pathLst>
                <a:path w="36811" h="397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8201025" y="2789850"/>
              <a:ext cx="804000" cy="9900"/>
            </a:xfrm>
            <a:custGeom>
              <a:avLst/>
              <a:gdLst/>
              <a:ahLst/>
              <a:cxnLst/>
              <a:rect l="l" t="t" r="r" b="b"/>
              <a:pathLst>
                <a:path w="32160" h="39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270925" y="27283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0"/>
                  </a:moveTo>
                  <a:lnTo>
                    <a:pt x="26536" y="0"/>
                  </a:lnTo>
                  <a:lnTo>
                    <a:pt x="26536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8349200" y="26811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1"/>
                  </a:moveTo>
                  <a:lnTo>
                    <a:pt x="20366" y="1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4" name="Google Shape;424;p33"/>
          <p:cNvSpPr/>
          <p:nvPr/>
        </p:nvSpPr>
        <p:spPr>
          <a:xfrm>
            <a:off x="5216513" y="3898775"/>
            <a:ext cx="301828" cy="338622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solidFill>
          <a:schemeClr val="lt2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/>
          <p:nvPr/>
        </p:nvSpPr>
        <p:spPr>
          <a:xfrm>
            <a:off x="351128" y="238644"/>
            <a:ext cx="8430000" cy="4666200"/>
          </a:xfrm>
          <a:prstGeom prst="roundRect">
            <a:avLst>
              <a:gd name="adj" fmla="val 4973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34"/>
          <p:cNvGrpSpPr/>
          <p:nvPr/>
        </p:nvGrpSpPr>
        <p:grpSpPr>
          <a:xfrm>
            <a:off x="713100" y="449365"/>
            <a:ext cx="7706069" cy="4249110"/>
            <a:chOff x="2600575" y="-305060"/>
            <a:chExt cx="7706069" cy="4249110"/>
          </a:xfrm>
        </p:grpSpPr>
        <p:sp>
          <p:nvSpPr>
            <p:cNvPr id="428" name="Google Shape;428;p34"/>
            <p:cNvSpPr/>
            <p:nvPr/>
          </p:nvSpPr>
          <p:spPr>
            <a:xfrm>
              <a:off x="2600575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10124844" y="-30506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0" name="Google Shape;430;p34"/>
          <p:cNvSpPr/>
          <p:nvPr/>
        </p:nvSpPr>
        <p:spPr>
          <a:xfrm>
            <a:off x="7866525" y="4065300"/>
            <a:ext cx="564375" cy="633175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34"/>
          <p:cNvGrpSpPr/>
          <p:nvPr/>
        </p:nvGrpSpPr>
        <p:grpSpPr>
          <a:xfrm>
            <a:off x="713100" y="445025"/>
            <a:ext cx="590726" cy="108000"/>
            <a:chOff x="713175" y="723975"/>
            <a:chExt cx="590726" cy="108000"/>
          </a:xfrm>
        </p:grpSpPr>
        <p:sp>
          <p:nvSpPr>
            <p:cNvPr id="432" name="Google Shape;432;p34"/>
            <p:cNvSpPr/>
            <p:nvPr/>
          </p:nvSpPr>
          <p:spPr>
            <a:xfrm>
              <a:off x="713175" y="7239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874084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1034992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1195901" y="723975"/>
              <a:ext cx="108000" cy="1080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33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Orbitron"/>
              <a:buNone/>
              <a:defRPr sz="3200" b="1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Cuprum"/>
              <a:buNone/>
              <a:defRPr sz="3500" b="1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60" r:id="rId5"/>
    <p:sldLayoutId id="2147483664" r:id="rId6"/>
    <p:sldLayoutId id="2147483666" r:id="rId7"/>
    <p:sldLayoutId id="2147483668" r:id="rId8"/>
    <p:sldLayoutId id="2147483678" r:id="rId9"/>
    <p:sldLayoutId id="2147483679" r:id="rId10"/>
    <p:sldLayoutId id="214748368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science-pm.com/crisp-dm-2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trends/explore?date=all&amp;q=%2Fm%2F08v8nd&amp;hl=pt-P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Vullkano/pfacd/blob/main/pfacd-relatorio/EREDES3-RELATORIOFINAL.pdf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E49BAA0-A95D-7104-84B7-9EE51F69A473}"/>
              </a:ext>
            </a:extLst>
          </p:cNvPr>
          <p:cNvSpPr/>
          <p:nvPr/>
        </p:nvSpPr>
        <p:spPr>
          <a:xfrm>
            <a:off x="-1" y="4351033"/>
            <a:ext cx="7715250" cy="792467"/>
          </a:xfrm>
          <a:prstGeom prst="rect">
            <a:avLst/>
          </a:prstGeom>
          <a:solidFill>
            <a:srgbClr val="0D2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entury Gothic" panose="020F03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3387A-A17D-421A-9C68-7CE7C002973F}"/>
              </a:ext>
            </a:extLst>
          </p:cNvPr>
          <p:cNvSpPr/>
          <p:nvPr/>
        </p:nvSpPr>
        <p:spPr>
          <a:xfrm>
            <a:off x="0" y="0"/>
            <a:ext cx="4251960" cy="5143500"/>
          </a:xfrm>
          <a:prstGeom prst="rect">
            <a:avLst/>
          </a:prstGeom>
          <a:solidFill>
            <a:srgbClr val="0D2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entury Gothic" panose="020F0302020204030204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7BD3805-2E45-93BE-1510-91BE7E245510}"/>
              </a:ext>
            </a:extLst>
          </p:cNvPr>
          <p:cNvGrpSpPr/>
          <p:nvPr/>
        </p:nvGrpSpPr>
        <p:grpSpPr>
          <a:xfrm>
            <a:off x="0" y="1426152"/>
            <a:ext cx="4253696" cy="3717349"/>
            <a:chOff x="45917" y="2750820"/>
            <a:chExt cx="4507034" cy="3938743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B017695-A5CC-8995-DC5C-A31244386264}"/>
                </a:ext>
              </a:extLst>
            </p:cNvPr>
            <p:cNvGrpSpPr/>
            <p:nvPr/>
          </p:nvGrpSpPr>
          <p:grpSpPr>
            <a:xfrm>
              <a:off x="45917" y="5524500"/>
              <a:ext cx="4507034" cy="1165063"/>
              <a:chOff x="-393221" y="-3361134"/>
              <a:chExt cx="6643632" cy="1717371"/>
            </a:xfrm>
            <a:solidFill>
              <a:schemeClr val="bg1">
                <a:alpha val="7000"/>
              </a:schemeClr>
            </a:solidFill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BCB20BBA-28B6-6259-D9BC-731EA59CBC5D}"/>
                  </a:ext>
                </a:extLst>
              </p:cNvPr>
              <p:cNvSpPr/>
              <p:nvPr/>
            </p:nvSpPr>
            <p:spPr>
              <a:xfrm>
                <a:off x="-393221" y="-3061471"/>
                <a:ext cx="307313" cy="1378449"/>
              </a:xfrm>
              <a:custGeom>
                <a:avLst/>
                <a:gdLst>
                  <a:gd name="connsiteX0" fmla="*/ 0 w 74834"/>
                  <a:gd name="connsiteY0" fmla="*/ 0 h 335667"/>
                  <a:gd name="connsiteX1" fmla="*/ 74834 w 74834"/>
                  <a:gd name="connsiteY1" fmla="*/ 0 h 335667"/>
                  <a:gd name="connsiteX2" fmla="*/ 74834 w 74834"/>
                  <a:gd name="connsiteY2" fmla="*/ 335667 h 335667"/>
                  <a:gd name="connsiteX3" fmla="*/ 0 w 74834"/>
                  <a:gd name="connsiteY3" fmla="*/ 335667 h 335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335667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335667"/>
                    </a:lnTo>
                    <a:lnTo>
                      <a:pt x="0" y="335667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E271EA07-113E-5D37-49A6-7F69583B4430}"/>
                  </a:ext>
                </a:extLst>
              </p:cNvPr>
              <p:cNvSpPr/>
              <p:nvPr/>
            </p:nvSpPr>
            <p:spPr>
              <a:xfrm>
                <a:off x="116843" y="-3027042"/>
                <a:ext cx="1532742" cy="1347843"/>
              </a:xfrm>
              <a:custGeom>
                <a:avLst/>
                <a:gdLst>
                  <a:gd name="connsiteX0" fmla="*/ 246225 w 373239"/>
                  <a:gd name="connsiteY0" fmla="*/ 133190 h 328214"/>
                  <a:gd name="connsiteX1" fmla="*/ 127918 w 373239"/>
                  <a:gd name="connsiteY1" fmla="*/ 133190 h 328214"/>
                  <a:gd name="connsiteX2" fmla="*/ 77615 w 373239"/>
                  <a:gd name="connsiteY2" fmla="*/ 95617 h 328214"/>
                  <a:gd name="connsiteX3" fmla="*/ 127918 w 373239"/>
                  <a:gd name="connsiteY3" fmla="*/ 62081 h 328214"/>
                  <a:gd name="connsiteX4" fmla="*/ 342484 w 373239"/>
                  <a:gd name="connsiteY4" fmla="*/ 62081 h 328214"/>
                  <a:gd name="connsiteX5" fmla="*/ 342484 w 373239"/>
                  <a:gd name="connsiteY5" fmla="*/ -22 h 328214"/>
                  <a:gd name="connsiteX6" fmla="*/ 118913 w 373239"/>
                  <a:gd name="connsiteY6" fmla="*/ -22 h 328214"/>
                  <a:gd name="connsiteX7" fmla="*/ -14 w 373239"/>
                  <a:gd name="connsiteY7" fmla="*/ 96549 h 328214"/>
                  <a:gd name="connsiteX8" fmla="*/ 118913 w 373239"/>
                  <a:gd name="connsiteY8" fmla="*/ 194361 h 328214"/>
                  <a:gd name="connsiteX9" fmla="*/ 247156 w 373239"/>
                  <a:gd name="connsiteY9" fmla="*/ 194361 h 328214"/>
                  <a:gd name="connsiteX10" fmla="*/ 297149 w 373239"/>
                  <a:gd name="connsiteY10" fmla="*/ 232244 h 328214"/>
                  <a:gd name="connsiteX11" fmla="*/ 247156 w 373239"/>
                  <a:gd name="connsiteY11" fmla="*/ 266090 h 328214"/>
                  <a:gd name="connsiteX12" fmla="*/ 23274 w 373239"/>
                  <a:gd name="connsiteY12" fmla="*/ 266090 h 328214"/>
                  <a:gd name="connsiteX13" fmla="*/ 23274 w 373239"/>
                  <a:gd name="connsiteY13" fmla="*/ 328193 h 328214"/>
                  <a:gd name="connsiteX14" fmla="*/ 246225 w 373239"/>
                  <a:gd name="connsiteY14" fmla="*/ 328193 h 328214"/>
                  <a:gd name="connsiteX15" fmla="*/ 373225 w 373239"/>
                  <a:gd name="connsiteY15" fmla="*/ 230691 h 328214"/>
                  <a:gd name="connsiteX16" fmla="*/ 246225 w 373239"/>
                  <a:gd name="connsiteY16" fmla="*/ 134121 h 328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3239" h="328214">
                    <a:moveTo>
                      <a:pt x="246225" y="133190"/>
                    </a:moveTo>
                    <a:lnTo>
                      <a:pt x="127918" y="133190"/>
                    </a:lnTo>
                    <a:cubicBezTo>
                      <a:pt x="96867" y="133190"/>
                      <a:pt x="77615" y="118595"/>
                      <a:pt x="77615" y="95617"/>
                    </a:cubicBezTo>
                    <a:cubicBezTo>
                      <a:pt x="77615" y="72639"/>
                      <a:pt x="96867" y="62081"/>
                      <a:pt x="127918" y="62081"/>
                    </a:cubicBezTo>
                    <a:lnTo>
                      <a:pt x="342484" y="62081"/>
                    </a:lnTo>
                    <a:lnTo>
                      <a:pt x="342484" y="-22"/>
                    </a:lnTo>
                    <a:lnTo>
                      <a:pt x="118913" y="-22"/>
                    </a:lnTo>
                    <a:cubicBezTo>
                      <a:pt x="45942" y="-22"/>
                      <a:pt x="-14" y="36619"/>
                      <a:pt x="-14" y="96549"/>
                    </a:cubicBezTo>
                    <a:cubicBezTo>
                      <a:pt x="-14" y="156478"/>
                      <a:pt x="45942" y="194361"/>
                      <a:pt x="118913" y="194361"/>
                    </a:cubicBezTo>
                    <a:lnTo>
                      <a:pt x="247156" y="194361"/>
                    </a:lnTo>
                    <a:cubicBezTo>
                      <a:pt x="278208" y="194361"/>
                      <a:pt x="297149" y="208955"/>
                      <a:pt x="297149" y="232244"/>
                    </a:cubicBezTo>
                    <a:cubicBezTo>
                      <a:pt x="297149" y="255533"/>
                      <a:pt x="277897" y="266090"/>
                      <a:pt x="247156" y="266090"/>
                    </a:cubicBezTo>
                    <a:lnTo>
                      <a:pt x="23274" y="266090"/>
                    </a:lnTo>
                    <a:lnTo>
                      <a:pt x="23274" y="328193"/>
                    </a:lnTo>
                    <a:lnTo>
                      <a:pt x="246225" y="328193"/>
                    </a:lnTo>
                    <a:cubicBezTo>
                      <a:pt x="324164" y="328193"/>
                      <a:pt x="373225" y="290310"/>
                      <a:pt x="373225" y="230691"/>
                    </a:cubicBezTo>
                    <a:cubicBezTo>
                      <a:pt x="373225" y="171072"/>
                      <a:pt x="324164" y="134121"/>
                      <a:pt x="246225" y="134121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E5C8391E-ECC7-00AB-4052-E73B46F9ED7A}"/>
                  </a:ext>
                </a:extLst>
              </p:cNvPr>
              <p:cNvSpPr/>
              <p:nvPr/>
            </p:nvSpPr>
            <p:spPr>
              <a:xfrm>
                <a:off x="3372035" y="-3358584"/>
                <a:ext cx="1226998" cy="1712841"/>
              </a:xfrm>
              <a:custGeom>
                <a:avLst/>
                <a:gdLst>
                  <a:gd name="connsiteX0" fmla="*/ 149105 w 298787"/>
                  <a:gd name="connsiteY0" fmla="*/ 352724 h 417095"/>
                  <a:gd name="connsiteX1" fmla="*/ 71336 w 298787"/>
                  <a:gd name="connsiteY1" fmla="*/ 275235 h 417095"/>
                  <a:gd name="connsiteX2" fmla="*/ 71476 w 298787"/>
                  <a:gd name="connsiteY2" fmla="*/ 270437 h 417095"/>
                  <a:gd name="connsiteX3" fmla="*/ 71476 w 298787"/>
                  <a:gd name="connsiteY3" fmla="*/ 142815 h 417095"/>
                  <a:gd name="connsiteX4" fmla="*/ 298773 w 298787"/>
                  <a:gd name="connsiteY4" fmla="*/ 142815 h 417095"/>
                  <a:gd name="connsiteX5" fmla="*/ 298773 w 298787"/>
                  <a:gd name="connsiteY5" fmla="*/ 80712 h 417095"/>
                  <a:gd name="connsiteX6" fmla="*/ 71476 w 298787"/>
                  <a:gd name="connsiteY6" fmla="*/ 80712 h 417095"/>
                  <a:gd name="connsiteX7" fmla="*/ 71476 w 298787"/>
                  <a:gd name="connsiteY7" fmla="*/ -22 h 417095"/>
                  <a:gd name="connsiteX8" fmla="*/ 58 w 298787"/>
                  <a:gd name="connsiteY8" fmla="*/ -22 h 417095"/>
                  <a:gd name="connsiteX9" fmla="*/ 58 w 298787"/>
                  <a:gd name="connsiteY9" fmla="*/ 273853 h 417095"/>
                  <a:gd name="connsiteX10" fmla="*/ 134368 w 298787"/>
                  <a:gd name="connsiteY10" fmla="*/ 417004 h 417095"/>
                  <a:gd name="connsiteX11" fmla="*/ 149105 w 298787"/>
                  <a:gd name="connsiteY11" fmla="*/ 416690 h 417095"/>
                  <a:gd name="connsiteX12" fmla="*/ 297550 w 298787"/>
                  <a:gd name="connsiteY12" fmla="*/ 286919 h 417095"/>
                  <a:gd name="connsiteX13" fmla="*/ 297842 w 298787"/>
                  <a:gd name="connsiteY13" fmla="*/ 275095 h 417095"/>
                  <a:gd name="connsiteX14" fmla="*/ 226734 w 298787"/>
                  <a:gd name="connsiteY14" fmla="*/ 275095 h 417095"/>
                  <a:gd name="connsiteX15" fmla="*/ 150353 w 298787"/>
                  <a:gd name="connsiteY15" fmla="*/ 352724 h 417095"/>
                  <a:gd name="connsiteX16" fmla="*/ 149105 w 298787"/>
                  <a:gd name="connsiteY16" fmla="*/ 352724 h 417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787" h="417095">
                    <a:moveTo>
                      <a:pt x="149105" y="352724"/>
                    </a:moveTo>
                    <a:cubicBezTo>
                      <a:pt x="106232" y="352801"/>
                      <a:pt x="71414" y="318108"/>
                      <a:pt x="71336" y="275235"/>
                    </a:cubicBezTo>
                    <a:cubicBezTo>
                      <a:pt x="71333" y="273636"/>
                      <a:pt x="71380" y="272033"/>
                      <a:pt x="71476" y="270437"/>
                    </a:cubicBezTo>
                    <a:lnTo>
                      <a:pt x="71476" y="142815"/>
                    </a:lnTo>
                    <a:lnTo>
                      <a:pt x="298773" y="142815"/>
                    </a:lnTo>
                    <a:lnTo>
                      <a:pt x="298773" y="80712"/>
                    </a:lnTo>
                    <a:lnTo>
                      <a:pt x="71476" y="80712"/>
                    </a:lnTo>
                    <a:lnTo>
                      <a:pt x="71476" y="-22"/>
                    </a:lnTo>
                    <a:lnTo>
                      <a:pt x="58" y="-22"/>
                    </a:lnTo>
                    <a:lnTo>
                      <a:pt x="58" y="273853"/>
                    </a:lnTo>
                    <a:cubicBezTo>
                      <a:pt x="-2383" y="350473"/>
                      <a:pt x="57748" y="414563"/>
                      <a:pt x="134368" y="417004"/>
                    </a:cubicBezTo>
                    <a:cubicBezTo>
                      <a:pt x="139280" y="417159"/>
                      <a:pt x="144202" y="417056"/>
                      <a:pt x="149105" y="416690"/>
                    </a:cubicBezTo>
                    <a:cubicBezTo>
                      <a:pt x="225933" y="421848"/>
                      <a:pt x="292395" y="363747"/>
                      <a:pt x="297550" y="286919"/>
                    </a:cubicBezTo>
                    <a:cubicBezTo>
                      <a:pt x="297814" y="282985"/>
                      <a:pt x="297913" y="279039"/>
                      <a:pt x="297842" y="275095"/>
                    </a:cubicBezTo>
                    <a:lnTo>
                      <a:pt x="226734" y="275095"/>
                    </a:lnTo>
                    <a:cubicBezTo>
                      <a:pt x="227079" y="317623"/>
                      <a:pt x="192881" y="352379"/>
                      <a:pt x="150353" y="352724"/>
                    </a:cubicBezTo>
                    <a:cubicBezTo>
                      <a:pt x="149937" y="352727"/>
                      <a:pt x="149521" y="352727"/>
                      <a:pt x="149105" y="352724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A24D0D44-8C05-25F6-52CB-F9DB1722EC30}"/>
                  </a:ext>
                </a:extLst>
              </p:cNvPr>
              <p:cNvSpPr/>
              <p:nvPr/>
            </p:nvSpPr>
            <p:spPr>
              <a:xfrm>
                <a:off x="4785070" y="-3058946"/>
                <a:ext cx="1465341" cy="1381020"/>
              </a:xfrm>
              <a:custGeom>
                <a:avLst/>
                <a:gdLst>
                  <a:gd name="connsiteX0" fmla="*/ 77338 w 356826"/>
                  <a:gd name="connsiteY0" fmla="*/ 202130 h 336293"/>
                  <a:gd name="connsiteX1" fmla="*/ 356802 w 356826"/>
                  <a:gd name="connsiteY1" fmla="*/ 202130 h 336293"/>
                  <a:gd name="connsiteX2" fmla="*/ 356802 w 356826"/>
                  <a:gd name="connsiteY2" fmla="*/ 199025 h 336293"/>
                  <a:gd name="connsiteX3" fmla="*/ 356802 w 356826"/>
                  <a:gd name="connsiteY3" fmla="*/ 199025 h 336293"/>
                  <a:gd name="connsiteX4" fmla="*/ 356802 w 356826"/>
                  <a:gd name="connsiteY4" fmla="*/ 171699 h 336293"/>
                  <a:gd name="connsiteX5" fmla="*/ 354628 w 356826"/>
                  <a:gd name="connsiteY5" fmla="*/ 140648 h 336293"/>
                  <a:gd name="connsiteX6" fmla="*/ 354628 w 356826"/>
                  <a:gd name="connsiteY6" fmla="*/ 140648 h 336293"/>
                  <a:gd name="connsiteX7" fmla="*/ 354628 w 356826"/>
                  <a:gd name="connsiteY7" fmla="*/ 140648 h 336293"/>
                  <a:gd name="connsiteX8" fmla="*/ 179187 w 356826"/>
                  <a:gd name="connsiteY8" fmla="*/ 295 h 336293"/>
                  <a:gd name="connsiteX9" fmla="*/ 262 w 356826"/>
                  <a:gd name="connsiteY9" fmla="*/ 159900 h 336293"/>
                  <a:gd name="connsiteX10" fmla="*/ 20 w 356826"/>
                  <a:gd name="connsiteY10" fmla="*/ 172941 h 336293"/>
                  <a:gd name="connsiteX11" fmla="*/ 179187 w 356826"/>
                  <a:gd name="connsiteY11" fmla="*/ 336272 h 336293"/>
                  <a:gd name="connsiteX12" fmla="*/ 313019 w 356826"/>
                  <a:gd name="connsiteY12" fmla="*/ 336272 h 336293"/>
                  <a:gd name="connsiteX13" fmla="*/ 313019 w 356826"/>
                  <a:gd name="connsiteY13" fmla="*/ 274169 h 336293"/>
                  <a:gd name="connsiteX14" fmla="*/ 179498 w 356826"/>
                  <a:gd name="connsiteY14" fmla="*/ 274169 h 336293"/>
                  <a:gd name="connsiteX15" fmla="*/ 77338 w 356826"/>
                  <a:gd name="connsiteY15" fmla="*/ 202751 h 336293"/>
                  <a:gd name="connsiteX16" fmla="*/ 179187 w 356826"/>
                  <a:gd name="connsiteY16" fmla="*/ 62398 h 336293"/>
                  <a:gd name="connsiteX17" fmla="*/ 280726 w 356826"/>
                  <a:gd name="connsiteY17" fmla="*/ 138785 h 336293"/>
                  <a:gd name="connsiteX18" fmla="*/ 280726 w 356826"/>
                  <a:gd name="connsiteY18" fmla="*/ 141579 h 336293"/>
                  <a:gd name="connsiteX19" fmla="*/ 76096 w 356826"/>
                  <a:gd name="connsiteY19" fmla="*/ 141579 h 336293"/>
                  <a:gd name="connsiteX20" fmla="*/ 76096 w 356826"/>
                  <a:gd name="connsiteY20" fmla="*/ 138785 h 336293"/>
                  <a:gd name="connsiteX21" fmla="*/ 179187 w 356826"/>
                  <a:gd name="connsiteY21" fmla="*/ 62398 h 33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56826" h="336293">
                    <a:moveTo>
                      <a:pt x="77338" y="202130"/>
                    </a:moveTo>
                    <a:lnTo>
                      <a:pt x="356802" y="202130"/>
                    </a:lnTo>
                    <a:lnTo>
                      <a:pt x="356802" y="199025"/>
                    </a:lnTo>
                    <a:lnTo>
                      <a:pt x="356802" y="199025"/>
                    </a:lnTo>
                    <a:lnTo>
                      <a:pt x="356802" y="171699"/>
                    </a:lnTo>
                    <a:cubicBezTo>
                      <a:pt x="356911" y="161306"/>
                      <a:pt x="356184" y="150923"/>
                      <a:pt x="354628" y="140648"/>
                    </a:cubicBezTo>
                    <a:lnTo>
                      <a:pt x="354628" y="140648"/>
                    </a:lnTo>
                    <a:lnTo>
                      <a:pt x="354628" y="140648"/>
                    </a:lnTo>
                    <a:cubicBezTo>
                      <a:pt x="340904" y="55731"/>
                      <a:pt x="265045" y="-4956"/>
                      <a:pt x="179187" y="295"/>
                    </a:cubicBezTo>
                    <a:cubicBezTo>
                      <a:pt x="85703" y="-5040"/>
                      <a:pt x="5596" y="66419"/>
                      <a:pt x="262" y="159900"/>
                    </a:cubicBezTo>
                    <a:cubicBezTo>
                      <a:pt x="13" y="164244"/>
                      <a:pt x="-67" y="168594"/>
                      <a:pt x="20" y="172941"/>
                    </a:cubicBezTo>
                    <a:cubicBezTo>
                      <a:pt x="20" y="268580"/>
                      <a:pt x="74854" y="336272"/>
                      <a:pt x="179187" y="336272"/>
                    </a:cubicBezTo>
                    <a:lnTo>
                      <a:pt x="313019" y="336272"/>
                    </a:lnTo>
                    <a:lnTo>
                      <a:pt x="313019" y="274169"/>
                    </a:lnTo>
                    <a:lnTo>
                      <a:pt x="179498" y="274169"/>
                    </a:lnTo>
                    <a:cubicBezTo>
                      <a:pt x="133088" y="276638"/>
                      <a:pt x="90957" y="247185"/>
                      <a:pt x="77338" y="202751"/>
                    </a:cubicBezTo>
                    <a:close/>
                    <a:moveTo>
                      <a:pt x="179187" y="62398"/>
                    </a:moveTo>
                    <a:cubicBezTo>
                      <a:pt x="226752" y="60920"/>
                      <a:pt x="268960" y="92673"/>
                      <a:pt x="280726" y="138785"/>
                    </a:cubicBezTo>
                    <a:cubicBezTo>
                      <a:pt x="280872" y="139710"/>
                      <a:pt x="280872" y="140654"/>
                      <a:pt x="280726" y="141579"/>
                    </a:cubicBezTo>
                    <a:lnTo>
                      <a:pt x="76096" y="141579"/>
                    </a:lnTo>
                    <a:cubicBezTo>
                      <a:pt x="76096" y="141579"/>
                      <a:pt x="76096" y="139716"/>
                      <a:pt x="76096" y="138785"/>
                    </a:cubicBezTo>
                    <a:cubicBezTo>
                      <a:pt x="87979" y="92086"/>
                      <a:pt x="131051" y="60171"/>
                      <a:pt x="179187" y="62398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312DC03-27D0-CE67-068F-4F8E85ED1CF0}"/>
                  </a:ext>
                </a:extLst>
              </p:cNvPr>
              <p:cNvSpPr/>
              <p:nvPr/>
            </p:nvSpPr>
            <p:spPr>
              <a:xfrm>
                <a:off x="-393221" y="-3361134"/>
                <a:ext cx="307313" cy="113486"/>
              </a:xfrm>
              <a:custGeom>
                <a:avLst/>
                <a:gdLst>
                  <a:gd name="connsiteX0" fmla="*/ 0 w 74834"/>
                  <a:gd name="connsiteY0" fmla="*/ 0 h 27635"/>
                  <a:gd name="connsiteX1" fmla="*/ 74834 w 74834"/>
                  <a:gd name="connsiteY1" fmla="*/ 0 h 27635"/>
                  <a:gd name="connsiteX2" fmla="*/ 74834 w 74834"/>
                  <a:gd name="connsiteY2" fmla="*/ 27636 h 27635"/>
                  <a:gd name="connsiteX3" fmla="*/ 0 w 74834"/>
                  <a:gd name="connsiteY3" fmla="*/ 27636 h 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27635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27636"/>
                    </a:lnTo>
                    <a:lnTo>
                      <a:pt x="0" y="27636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281599C-1AC9-9B85-430C-94B95E1ED1F6}"/>
                  </a:ext>
                </a:extLst>
              </p:cNvPr>
              <p:cNvSpPr/>
              <p:nvPr/>
            </p:nvSpPr>
            <p:spPr>
              <a:xfrm>
                <a:off x="1808983" y="-3063385"/>
                <a:ext cx="1425630" cy="1419622"/>
              </a:xfrm>
              <a:custGeom>
                <a:avLst/>
                <a:gdLst>
                  <a:gd name="connsiteX0" fmla="*/ 174185 w 347156"/>
                  <a:gd name="connsiteY0" fmla="*/ 283013 h 345693"/>
                  <a:gd name="connsiteX1" fmla="*/ 67548 w 347156"/>
                  <a:gd name="connsiteY1" fmla="*/ 180403 h 345693"/>
                  <a:gd name="connsiteX2" fmla="*/ 67678 w 347156"/>
                  <a:gd name="connsiteY2" fmla="*/ 172780 h 345693"/>
                  <a:gd name="connsiteX3" fmla="*/ 167540 w 347156"/>
                  <a:gd name="connsiteY3" fmla="*/ 63565 h 345693"/>
                  <a:gd name="connsiteX4" fmla="*/ 174185 w 347156"/>
                  <a:gd name="connsiteY4" fmla="*/ 63478 h 345693"/>
                  <a:gd name="connsiteX5" fmla="*/ 265787 w 347156"/>
                  <a:gd name="connsiteY5" fmla="*/ 110677 h 345693"/>
                  <a:gd name="connsiteX6" fmla="*/ 327890 w 347156"/>
                  <a:gd name="connsiteY6" fmla="*/ 84593 h 345693"/>
                  <a:gd name="connsiteX7" fmla="*/ 172632 w 347156"/>
                  <a:gd name="connsiteY7" fmla="*/ 133 h 345693"/>
                  <a:gd name="connsiteX8" fmla="*/ -14 w 347156"/>
                  <a:gd name="connsiteY8" fmla="*/ 172780 h 345693"/>
                  <a:gd name="connsiteX9" fmla="*/ 172632 w 347156"/>
                  <a:gd name="connsiteY9" fmla="*/ 345426 h 345693"/>
                  <a:gd name="connsiteX10" fmla="*/ 347142 w 347156"/>
                  <a:gd name="connsiteY10" fmla="*/ 203210 h 345693"/>
                  <a:gd name="connsiteX11" fmla="*/ 275724 w 347156"/>
                  <a:gd name="connsiteY11" fmla="*/ 203210 h 345693"/>
                  <a:gd name="connsiteX12" fmla="*/ 172632 w 347156"/>
                  <a:gd name="connsiteY12" fmla="*/ 283013 h 34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7156" h="345693">
                    <a:moveTo>
                      <a:pt x="174185" y="283013"/>
                    </a:moveTo>
                    <a:cubicBezTo>
                      <a:pt x="116401" y="284124"/>
                      <a:pt x="68659" y="238183"/>
                      <a:pt x="67548" y="180403"/>
                    </a:cubicBezTo>
                    <a:cubicBezTo>
                      <a:pt x="67498" y="177860"/>
                      <a:pt x="67542" y="175316"/>
                      <a:pt x="67678" y="172780"/>
                    </a:cubicBezTo>
                    <a:cubicBezTo>
                      <a:pt x="65095" y="115045"/>
                      <a:pt x="109806" y="66145"/>
                      <a:pt x="167540" y="63565"/>
                    </a:cubicBezTo>
                    <a:cubicBezTo>
                      <a:pt x="169754" y="63466"/>
                      <a:pt x="171971" y="63438"/>
                      <a:pt x="174185" y="63478"/>
                    </a:cubicBezTo>
                    <a:cubicBezTo>
                      <a:pt x="210984" y="61596"/>
                      <a:pt x="245961" y="79619"/>
                      <a:pt x="265787" y="110677"/>
                    </a:cubicBezTo>
                    <a:lnTo>
                      <a:pt x="327890" y="84593"/>
                    </a:lnTo>
                    <a:cubicBezTo>
                      <a:pt x="295711" y="29921"/>
                      <a:pt x="236012" y="-2553"/>
                      <a:pt x="172632" y="133"/>
                    </a:cubicBezTo>
                    <a:cubicBezTo>
                      <a:pt x="77282" y="133"/>
                      <a:pt x="-14" y="77430"/>
                      <a:pt x="-14" y="172780"/>
                    </a:cubicBezTo>
                    <a:cubicBezTo>
                      <a:pt x="-14" y="268129"/>
                      <a:pt x="77282" y="345426"/>
                      <a:pt x="172632" y="345426"/>
                    </a:cubicBezTo>
                    <a:cubicBezTo>
                      <a:pt x="258757" y="350068"/>
                      <a:pt x="334305" y="288499"/>
                      <a:pt x="347142" y="203210"/>
                    </a:cubicBezTo>
                    <a:lnTo>
                      <a:pt x="275724" y="203210"/>
                    </a:lnTo>
                    <a:cubicBezTo>
                      <a:pt x="265116" y="251200"/>
                      <a:pt x="221750" y="284770"/>
                      <a:pt x="172632" y="283013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6A0CFC3-51F2-39C7-0819-FBF94F4007B3}"/>
                </a:ext>
              </a:extLst>
            </p:cNvPr>
            <p:cNvGrpSpPr/>
            <p:nvPr/>
          </p:nvGrpSpPr>
          <p:grpSpPr>
            <a:xfrm>
              <a:off x="45917" y="4137660"/>
              <a:ext cx="4507034" cy="1165063"/>
              <a:chOff x="-393221" y="-3361134"/>
              <a:chExt cx="6643632" cy="1717371"/>
            </a:xfrm>
            <a:solidFill>
              <a:schemeClr val="bg1">
                <a:alpha val="3000"/>
              </a:schemeClr>
            </a:solidFill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F701A4E-D4EE-A6B0-5713-083A3ED3AAFA}"/>
                  </a:ext>
                </a:extLst>
              </p:cNvPr>
              <p:cNvSpPr/>
              <p:nvPr/>
            </p:nvSpPr>
            <p:spPr>
              <a:xfrm>
                <a:off x="-393221" y="-3061471"/>
                <a:ext cx="307313" cy="1378449"/>
              </a:xfrm>
              <a:custGeom>
                <a:avLst/>
                <a:gdLst>
                  <a:gd name="connsiteX0" fmla="*/ 0 w 74834"/>
                  <a:gd name="connsiteY0" fmla="*/ 0 h 335667"/>
                  <a:gd name="connsiteX1" fmla="*/ 74834 w 74834"/>
                  <a:gd name="connsiteY1" fmla="*/ 0 h 335667"/>
                  <a:gd name="connsiteX2" fmla="*/ 74834 w 74834"/>
                  <a:gd name="connsiteY2" fmla="*/ 335667 h 335667"/>
                  <a:gd name="connsiteX3" fmla="*/ 0 w 74834"/>
                  <a:gd name="connsiteY3" fmla="*/ 335667 h 335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335667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335667"/>
                    </a:lnTo>
                    <a:lnTo>
                      <a:pt x="0" y="335667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CB1838E-FF75-8EC1-70E1-14CBE4B70084}"/>
                  </a:ext>
                </a:extLst>
              </p:cNvPr>
              <p:cNvSpPr/>
              <p:nvPr/>
            </p:nvSpPr>
            <p:spPr>
              <a:xfrm>
                <a:off x="116843" y="-3027042"/>
                <a:ext cx="1532742" cy="1347843"/>
              </a:xfrm>
              <a:custGeom>
                <a:avLst/>
                <a:gdLst>
                  <a:gd name="connsiteX0" fmla="*/ 246225 w 373239"/>
                  <a:gd name="connsiteY0" fmla="*/ 133190 h 328214"/>
                  <a:gd name="connsiteX1" fmla="*/ 127918 w 373239"/>
                  <a:gd name="connsiteY1" fmla="*/ 133190 h 328214"/>
                  <a:gd name="connsiteX2" fmla="*/ 77615 w 373239"/>
                  <a:gd name="connsiteY2" fmla="*/ 95617 h 328214"/>
                  <a:gd name="connsiteX3" fmla="*/ 127918 w 373239"/>
                  <a:gd name="connsiteY3" fmla="*/ 62081 h 328214"/>
                  <a:gd name="connsiteX4" fmla="*/ 342484 w 373239"/>
                  <a:gd name="connsiteY4" fmla="*/ 62081 h 328214"/>
                  <a:gd name="connsiteX5" fmla="*/ 342484 w 373239"/>
                  <a:gd name="connsiteY5" fmla="*/ -22 h 328214"/>
                  <a:gd name="connsiteX6" fmla="*/ 118913 w 373239"/>
                  <a:gd name="connsiteY6" fmla="*/ -22 h 328214"/>
                  <a:gd name="connsiteX7" fmla="*/ -14 w 373239"/>
                  <a:gd name="connsiteY7" fmla="*/ 96549 h 328214"/>
                  <a:gd name="connsiteX8" fmla="*/ 118913 w 373239"/>
                  <a:gd name="connsiteY8" fmla="*/ 194361 h 328214"/>
                  <a:gd name="connsiteX9" fmla="*/ 247156 w 373239"/>
                  <a:gd name="connsiteY9" fmla="*/ 194361 h 328214"/>
                  <a:gd name="connsiteX10" fmla="*/ 297149 w 373239"/>
                  <a:gd name="connsiteY10" fmla="*/ 232244 h 328214"/>
                  <a:gd name="connsiteX11" fmla="*/ 247156 w 373239"/>
                  <a:gd name="connsiteY11" fmla="*/ 266090 h 328214"/>
                  <a:gd name="connsiteX12" fmla="*/ 23274 w 373239"/>
                  <a:gd name="connsiteY12" fmla="*/ 266090 h 328214"/>
                  <a:gd name="connsiteX13" fmla="*/ 23274 w 373239"/>
                  <a:gd name="connsiteY13" fmla="*/ 328193 h 328214"/>
                  <a:gd name="connsiteX14" fmla="*/ 246225 w 373239"/>
                  <a:gd name="connsiteY14" fmla="*/ 328193 h 328214"/>
                  <a:gd name="connsiteX15" fmla="*/ 373225 w 373239"/>
                  <a:gd name="connsiteY15" fmla="*/ 230691 h 328214"/>
                  <a:gd name="connsiteX16" fmla="*/ 246225 w 373239"/>
                  <a:gd name="connsiteY16" fmla="*/ 134121 h 328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3239" h="328214">
                    <a:moveTo>
                      <a:pt x="246225" y="133190"/>
                    </a:moveTo>
                    <a:lnTo>
                      <a:pt x="127918" y="133190"/>
                    </a:lnTo>
                    <a:cubicBezTo>
                      <a:pt x="96867" y="133190"/>
                      <a:pt x="77615" y="118595"/>
                      <a:pt x="77615" y="95617"/>
                    </a:cubicBezTo>
                    <a:cubicBezTo>
                      <a:pt x="77615" y="72639"/>
                      <a:pt x="96867" y="62081"/>
                      <a:pt x="127918" y="62081"/>
                    </a:cubicBezTo>
                    <a:lnTo>
                      <a:pt x="342484" y="62081"/>
                    </a:lnTo>
                    <a:lnTo>
                      <a:pt x="342484" y="-22"/>
                    </a:lnTo>
                    <a:lnTo>
                      <a:pt x="118913" y="-22"/>
                    </a:lnTo>
                    <a:cubicBezTo>
                      <a:pt x="45942" y="-22"/>
                      <a:pt x="-14" y="36619"/>
                      <a:pt x="-14" y="96549"/>
                    </a:cubicBezTo>
                    <a:cubicBezTo>
                      <a:pt x="-14" y="156478"/>
                      <a:pt x="45942" y="194361"/>
                      <a:pt x="118913" y="194361"/>
                    </a:cubicBezTo>
                    <a:lnTo>
                      <a:pt x="247156" y="194361"/>
                    </a:lnTo>
                    <a:cubicBezTo>
                      <a:pt x="278208" y="194361"/>
                      <a:pt x="297149" y="208955"/>
                      <a:pt x="297149" y="232244"/>
                    </a:cubicBezTo>
                    <a:cubicBezTo>
                      <a:pt x="297149" y="255533"/>
                      <a:pt x="277897" y="266090"/>
                      <a:pt x="247156" y="266090"/>
                    </a:cubicBezTo>
                    <a:lnTo>
                      <a:pt x="23274" y="266090"/>
                    </a:lnTo>
                    <a:lnTo>
                      <a:pt x="23274" y="328193"/>
                    </a:lnTo>
                    <a:lnTo>
                      <a:pt x="246225" y="328193"/>
                    </a:lnTo>
                    <a:cubicBezTo>
                      <a:pt x="324164" y="328193"/>
                      <a:pt x="373225" y="290310"/>
                      <a:pt x="373225" y="230691"/>
                    </a:cubicBezTo>
                    <a:cubicBezTo>
                      <a:pt x="373225" y="171072"/>
                      <a:pt x="324164" y="134121"/>
                      <a:pt x="246225" y="134121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DCFBCEE-F464-00F1-FB4E-4B3978DAE53C}"/>
                  </a:ext>
                </a:extLst>
              </p:cNvPr>
              <p:cNvSpPr/>
              <p:nvPr/>
            </p:nvSpPr>
            <p:spPr>
              <a:xfrm>
                <a:off x="3372035" y="-3358584"/>
                <a:ext cx="1226998" cy="1712841"/>
              </a:xfrm>
              <a:custGeom>
                <a:avLst/>
                <a:gdLst>
                  <a:gd name="connsiteX0" fmla="*/ 149105 w 298787"/>
                  <a:gd name="connsiteY0" fmla="*/ 352724 h 417095"/>
                  <a:gd name="connsiteX1" fmla="*/ 71336 w 298787"/>
                  <a:gd name="connsiteY1" fmla="*/ 275235 h 417095"/>
                  <a:gd name="connsiteX2" fmla="*/ 71476 w 298787"/>
                  <a:gd name="connsiteY2" fmla="*/ 270437 h 417095"/>
                  <a:gd name="connsiteX3" fmla="*/ 71476 w 298787"/>
                  <a:gd name="connsiteY3" fmla="*/ 142815 h 417095"/>
                  <a:gd name="connsiteX4" fmla="*/ 298773 w 298787"/>
                  <a:gd name="connsiteY4" fmla="*/ 142815 h 417095"/>
                  <a:gd name="connsiteX5" fmla="*/ 298773 w 298787"/>
                  <a:gd name="connsiteY5" fmla="*/ 80712 h 417095"/>
                  <a:gd name="connsiteX6" fmla="*/ 71476 w 298787"/>
                  <a:gd name="connsiteY6" fmla="*/ 80712 h 417095"/>
                  <a:gd name="connsiteX7" fmla="*/ 71476 w 298787"/>
                  <a:gd name="connsiteY7" fmla="*/ -22 h 417095"/>
                  <a:gd name="connsiteX8" fmla="*/ 58 w 298787"/>
                  <a:gd name="connsiteY8" fmla="*/ -22 h 417095"/>
                  <a:gd name="connsiteX9" fmla="*/ 58 w 298787"/>
                  <a:gd name="connsiteY9" fmla="*/ 273853 h 417095"/>
                  <a:gd name="connsiteX10" fmla="*/ 134368 w 298787"/>
                  <a:gd name="connsiteY10" fmla="*/ 417004 h 417095"/>
                  <a:gd name="connsiteX11" fmla="*/ 149105 w 298787"/>
                  <a:gd name="connsiteY11" fmla="*/ 416690 h 417095"/>
                  <a:gd name="connsiteX12" fmla="*/ 297550 w 298787"/>
                  <a:gd name="connsiteY12" fmla="*/ 286919 h 417095"/>
                  <a:gd name="connsiteX13" fmla="*/ 297842 w 298787"/>
                  <a:gd name="connsiteY13" fmla="*/ 275095 h 417095"/>
                  <a:gd name="connsiteX14" fmla="*/ 226734 w 298787"/>
                  <a:gd name="connsiteY14" fmla="*/ 275095 h 417095"/>
                  <a:gd name="connsiteX15" fmla="*/ 150353 w 298787"/>
                  <a:gd name="connsiteY15" fmla="*/ 352724 h 417095"/>
                  <a:gd name="connsiteX16" fmla="*/ 149105 w 298787"/>
                  <a:gd name="connsiteY16" fmla="*/ 352724 h 417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787" h="417095">
                    <a:moveTo>
                      <a:pt x="149105" y="352724"/>
                    </a:moveTo>
                    <a:cubicBezTo>
                      <a:pt x="106232" y="352801"/>
                      <a:pt x="71414" y="318108"/>
                      <a:pt x="71336" y="275235"/>
                    </a:cubicBezTo>
                    <a:cubicBezTo>
                      <a:pt x="71333" y="273636"/>
                      <a:pt x="71380" y="272033"/>
                      <a:pt x="71476" y="270437"/>
                    </a:cubicBezTo>
                    <a:lnTo>
                      <a:pt x="71476" y="142815"/>
                    </a:lnTo>
                    <a:lnTo>
                      <a:pt x="298773" y="142815"/>
                    </a:lnTo>
                    <a:lnTo>
                      <a:pt x="298773" y="80712"/>
                    </a:lnTo>
                    <a:lnTo>
                      <a:pt x="71476" y="80712"/>
                    </a:lnTo>
                    <a:lnTo>
                      <a:pt x="71476" y="-22"/>
                    </a:lnTo>
                    <a:lnTo>
                      <a:pt x="58" y="-22"/>
                    </a:lnTo>
                    <a:lnTo>
                      <a:pt x="58" y="273853"/>
                    </a:lnTo>
                    <a:cubicBezTo>
                      <a:pt x="-2383" y="350473"/>
                      <a:pt x="57748" y="414563"/>
                      <a:pt x="134368" y="417004"/>
                    </a:cubicBezTo>
                    <a:cubicBezTo>
                      <a:pt x="139280" y="417159"/>
                      <a:pt x="144202" y="417056"/>
                      <a:pt x="149105" y="416690"/>
                    </a:cubicBezTo>
                    <a:cubicBezTo>
                      <a:pt x="225933" y="421848"/>
                      <a:pt x="292395" y="363747"/>
                      <a:pt x="297550" y="286919"/>
                    </a:cubicBezTo>
                    <a:cubicBezTo>
                      <a:pt x="297814" y="282985"/>
                      <a:pt x="297913" y="279039"/>
                      <a:pt x="297842" y="275095"/>
                    </a:cubicBezTo>
                    <a:lnTo>
                      <a:pt x="226734" y="275095"/>
                    </a:lnTo>
                    <a:cubicBezTo>
                      <a:pt x="227079" y="317623"/>
                      <a:pt x="192881" y="352379"/>
                      <a:pt x="150353" y="352724"/>
                    </a:cubicBezTo>
                    <a:cubicBezTo>
                      <a:pt x="149937" y="352727"/>
                      <a:pt x="149521" y="352727"/>
                      <a:pt x="149105" y="352724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360B4F5-727B-61EC-CE47-BB24140E3C21}"/>
                  </a:ext>
                </a:extLst>
              </p:cNvPr>
              <p:cNvSpPr/>
              <p:nvPr/>
            </p:nvSpPr>
            <p:spPr>
              <a:xfrm>
                <a:off x="4785070" y="-3058946"/>
                <a:ext cx="1465341" cy="1381020"/>
              </a:xfrm>
              <a:custGeom>
                <a:avLst/>
                <a:gdLst>
                  <a:gd name="connsiteX0" fmla="*/ 77338 w 356826"/>
                  <a:gd name="connsiteY0" fmla="*/ 202130 h 336293"/>
                  <a:gd name="connsiteX1" fmla="*/ 356802 w 356826"/>
                  <a:gd name="connsiteY1" fmla="*/ 202130 h 336293"/>
                  <a:gd name="connsiteX2" fmla="*/ 356802 w 356826"/>
                  <a:gd name="connsiteY2" fmla="*/ 199025 h 336293"/>
                  <a:gd name="connsiteX3" fmla="*/ 356802 w 356826"/>
                  <a:gd name="connsiteY3" fmla="*/ 199025 h 336293"/>
                  <a:gd name="connsiteX4" fmla="*/ 356802 w 356826"/>
                  <a:gd name="connsiteY4" fmla="*/ 171699 h 336293"/>
                  <a:gd name="connsiteX5" fmla="*/ 354628 w 356826"/>
                  <a:gd name="connsiteY5" fmla="*/ 140648 h 336293"/>
                  <a:gd name="connsiteX6" fmla="*/ 354628 w 356826"/>
                  <a:gd name="connsiteY6" fmla="*/ 140648 h 336293"/>
                  <a:gd name="connsiteX7" fmla="*/ 354628 w 356826"/>
                  <a:gd name="connsiteY7" fmla="*/ 140648 h 336293"/>
                  <a:gd name="connsiteX8" fmla="*/ 179187 w 356826"/>
                  <a:gd name="connsiteY8" fmla="*/ 295 h 336293"/>
                  <a:gd name="connsiteX9" fmla="*/ 262 w 356826"/>
                  <a:gd name="connsiteY9" fmla="*/ 159900 h 336293"/>
                  <a:gd name="connsiteX10" fmla="*/ 20 w 356826"/>
                  <a:gd name="connsiteY10" fmla="*/ 172941 h 336293"/>
                  <a:gd name="connsiteX11" fmla="*/ 179187 w 356826"/>
                  <a:gd name="connsiteY11" fmla="*/ 336272 h 336293"/>
                  <a:gd name="connsiteX12" fmla="*/ 313019 w 356826"/>
                  <a:gd name="connsiteY12" fmla="*/ 336272 h 336293"/>
                  <a:gd name="connsiteX13" fmla="*/ 313019 w 356826"/>
                  <a:gd name="connsiteY13" fmla="*/ 274169 h 336293"/>
                  <a:gd name="connsiteX14" fmla="*/ 179498 w 356826"/>
                  <a:gd name="connsiteY14" fmla="*/ 274169 h 336293"/>
                  <a:gd name="connsiteX15" fmla="*/ 77338 w 356826"/>
                  <a:gd name="connsiteY15" fmla="*/ 202751 h 336293"/>
                  <a:gd name="connsiteX16" fmla="*/ 179187 w 356826"/>
                  <a:gd name="connsiteY16" fmla="*/ 62398 h 336293"/>
                  <a:gd name="connsiteX17" fmla="*/ 280726 w 356826"/>
                  <a:gd name="connsiteY17" fmla="*/ 138785 h 336293"/>
                  <a:gd name="connsiteX18" fmla="*/ 280726 w 356826"/>
                  <a:gd name="connsiteY18" fmla="*/ 141579 h 336293"/>
                  <a:gd name="connsiteX19" fmla="*/ 76096 w 356826"/>
                  <a:gd name="connsiteY19" fmla="*/ 141579 h 336293"/>
                  <a:gd name="connsiteX20" fmla="*/ 76096 w 356826"/>
                  <a:gd name="connsiteY20" fmla="*/ 138785 h 336293"/>
                  <a:gd name="connsiteX21" fmla="*/ 179187 w 356826"/>
                  <a:gd name="connsiteY21" fmla="*/ 62398 h 33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56826" h="336293">
                    <a:moveTo>
                      <a:pt x="77338" y="202130"/>
                    </a:moveTo>
                    <a:lnTo>
                      <a:pt x="356802" y="202130"/>
                    </a:lnTo>
                    <a:lnTo>
                      <a:pt x="356802" y="199025"/>
                    </a:lnTo>
                    <a:lnTo>
                      <a:pt x="356802" y="199025"/>
                    </a:lnTo>
                    <a:lnTo>
                      <a:pt x="356802" y="171699"/>
                    </a:lnTo>
                    <a:cubicBezTo>
                      <a:pt x="356911" y="161306"/>
                      <a:pt x="356184" y="150923"/>
                      <a:pt x="354628" y="140648"/>
                    </a:cubicBezTo>
                    <a:lnTo>
                      <a:pt x="354628" y="140648"/>
                    </a:lnTo>
                    <a:lnTo>
                      <a:pt x="354628" y="140648"/>
                    </a:lnTo>
                    <a:cubicBezTo>
                      <a:pt x="340904" y="55731"/>
                      <a:pt x="265045" y="-4956"/>
                      <a:pt x="179187" y="295"/>
                    </a:cubicBezTo>
                    <a:cubicBezTo>
                      <a:pt x="85703" y="-5040"/>
                      <a:pt x="5596" y="66419"/>
                      <a:pt x="262" y="159900"/>
                    </a:cubicBezTo>
                    <a:cubicBezTo>
                      <a:pt x="13" y="164244"/>
                      <a:pt x="-67" y="168594"/>
                      <a:pt x="20" y="172941"/>
                    </a:cubicBezTo>
                    <a:cubicBezTo>
                      <a:pt x="20" y="268580"/>
                      <a:pt x="74854" y="336272"/>
                      <a:pt x="179187" y="336272"/>
                    </a:cubicBezTo>
                    <a:lnTo>
                      <a:pt x="313019" y="336272"/>
                    </a:lnTo>
                    <a:lnTo>
                      <a:pt x="313019" y="274169"/>
                    </a:lnTo>
                    <a:lnTo>
                      <a:pt x="179498" y="274169"/>
                    </a:lnTo>
                    <a:cubicBezTo>
                      <a:pt x="133088" y="276638"/>
                      <a:pt x="90957" y="247185"/>
                      <a:pt x="77338" y="202751"/>
                    </a:cubicBezTo>
                    <a:close/>
                    <a:moveTo>
                      <a:pt x="179187" y="62398"/>
                    </a:moveTo>
                    <a:cubicBezTo>
                      <a:pt x="226752" y="60920"/>
                      <a:pt x="268960" y="92673"/>
                      <a:pt x="280726" y="138785"/>
                    </a:cubicBezTo>
                    <a:cubicBezTo>
                      <a:pt x="280872" y="139710"/>
                      <a:pt x="280872" y="140654"/>
                      <a:pt x="280726" y="141579"/>
                    </a:cubicBezTo>
                    <a:lnTo>
                      <a:pt x="76096" y="141579"/>
                    </a:lnTo>
                    <a:cubicBezTo>
                      <a:pt x="76096" y="141579"/>
                      <a:pt x="76096" y="139716"/>
                      <a:pt x="76096" y="138785"/>
                    </a:cubicBezTo>
                    <a:cubicBezTo>
                      <a:pt x="87979" y="92086"/>
                      <a:pt x="131051" y="60171"/>
                      <a:pt x="179187" y="62398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9EE9141-96DD-9EB6-7A1C-BDC2A7535BCE}"/>
                  </a:ext>
                </a:extLst>
              </p:cNvPr>
              <p:cNvSpPr/>
              <p:nvPr/>
            </p:nvSpPr>
            <p:spPr>
              <a:xfrm>
                <a:off x="-393221" y="-3361134"/>
                <a:ext cx="307313" cy="113486"/>
              </a:xfrm>
              <a:custGeom>
                <a:avLst/>
                <a:gdLst>
                  <a:gd name="connsiteX0" fmla="*/ 0 w 74834"/>
                  <a:gd name="connsiteY0" fmla="*/ 0 h 27635"/>
                  <a:gd name="connsiteX1" fmla="*/ 74834 w 74834"/>
                  <a:gd name="connsiteY1" fmla="*/ 0 h 27635"/>
                  <a:gd name="connsiteX2" fmla="*/ 74834 w 74834"/>
                  <a:gd name="connsiteY2" fmla="*/ 27636 h 27635"/>
                  <a:gd name="connsiteX3" fmla="*/ 0 w 74834"/>
                  <a:gd name="connsiteY3" fmla="*/ 27636 h 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27635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27636"/>
                    </a:lnTo>
                    <a:lnTo>
                      <a:pt x="0" y="27636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DD9402D-2C22-9C3C-97DA-FD854C47BBC2}"/>
                  </a:ext>
                </a:extLst>
              </p:cNvPr>
              <p:cNvSpPr/>
              <p:nvPr/>
            </p:nvSpPr>
            <p:spPr>
              <a:xfrm>
                <a:off x="1808983" y="-3063385"/>
                <a:ext cx="1425630" cy="1419622"/>
              </a:xfrm>
              <a:custGeom>
                <a:avLst/>
                <a:gdLst>
                  <a:gd name="connsiteX0" fmla="*/ 174185 w 347156"/>
                  <a:gd name="connsiteY0" fmla="*/ 283013 h 345693"/>
                  <a:gd name="connsiteX1" fmla="*/ 67548 w 347156"/>
                  <a:gd name="connsiteY1" fmla="*/ 180403 h 345693"/>
                  <a:gd name="connsiteX2" fmla="*/ 67678 w 347156"/>
                  <a:gd name="connsiteY2" fmla="*/ 172780 h 345693"/>
                  <a:gd name="connsiteX3" fmla="*/ 167540 w 347156"/>
                  <a:gd name="connsiteY3" fmla="*/ 63565 h 345693"/>
                  <a:gd name="connsiteX4" fmla="*/ 174185 w 347156"/>
                  <a:gd name="connsiteY4" fmla="*/ 63478 h 345693"/>
                  <a:gd name="connsiteX5" fmla="*/ 265787 w 347156"/>
                  <a:gd name="connsiteY5" fmla="*/ 110677 h 345693"/>
                  <a:gd name="connsiteX6" fmla="*/ 327890 w 347156"/>
                  <a:gd name="connsiteY6" fmla="*/ 84593 h 345693"/>
                  <a:gd name="connsiteX7" fmla="*/ 172632 w 347156"/>
                  <a:gd name="connsiteY7" fmla="*/ 133 h 345693"/>
                  <a:gd name="connsiteX8" fmla="*/ -14 w 347156"/>
                  <a:gd name="connsiteY8" fmla="*/ 172780 h 345693"/>
                  <a:gd name="connsiteX9" fmla="*/ 172632 w 347156"/>
                  <a:gd name="connsiteY9" fmla="*/ 345426 h 345693"/>
                  <a:gd name="connsiteX10" fmla="*/ 347142 w 347156"/>
                  <a:gd name="connsiteY10" fmla="*/ 203210 h 345693"/>
                  <a:gd name="connsiteX11" fmla="*/ 275724 w 347156"/>
                  <a:gd name="connsiteY11" fmla="*/ 203210 h 345693"/>
                  <a:gd name="connsiteX12" fmla="*/ 172632 w 347156"/>
                  <a:gd name="connsiteY12" fmla="*/ 283013 h 34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7156" h="345693">
                    <a:moveTo>
                      <a:pt x="174185" y="283013"/>
                    </a:moveTo>
                    <a:cubicBezTo>
                      <a:pt x="116401" y="284124"/>
                      <a:pt x="68659" y="238183"/>
                      <a:pt x="67548" y="180403"/>
                    </a:cubicBezTo>
                    <a:cubicBezTo>
                      <a:pt x="67498" y="177860"/>
                      <a:pt x="67542" y="175316"/>
                      <a:pt x="67678" y="172780"/>
                    </a:cubicBezTo>
                    <a:cubicBezTo>
                      <a:pt x="65095" y="115045"/>
                      <a:pt x="109806" y="66145"/>
                      <a:pt x="167540" y="63565"/>
                    </a:cubicBezTo>
                    <a:cubicBezTo>
                      <a:pt x="169754" y="63466"/>
                      <a:pt x="171971" y="63438"/>
                      <a:pt x="174185" y="63478"/>
                    </a:cubicBezTo>
                    <a:cubicBezTo>
                      <a:pt x="210984" y="61596"/>
                      <a:pt x="245961" y="79619"/>
                      <a:pt x="265787" y="110677"/>
                    </a:cubicBezTo>
                    <a:lnTo>
                      <a:pt x="327890" y="84593"/>
                    </a:lnTo>
                    <a:cubicBezTo>
                      <a:pt x="295711" y="29921"/>
                      <a:pt x="236012" y="-2553"/>
                      <a:pt x="172632" y="133"/>
                    </a:cubicBezTo>
                    <a:cubicBezTo>
                      <a:pt x="77282" y="133"/>
                      <a:pt x="-14" y="77430"/>
                      <a:pt x="-14" y="172780"/>
                    </a:cubicBezTo>
                    <a:cubicBezTo>
                      <a:pt x="-14" y="268129"/>
                      <a:pt x="77282" y="345426"/>
                      <a:pt x="172632" y="345426"/>
                    </a:cubicBezTo>
                    <a:cubicBezTo>
                      <a:pt x="258757" y="350068"/>
                      <a:pt x="334305" y="288499"/>
                      <a:pt x="347142" y="203210"/>
                    </a:cubicBezTo>
                    <a:lnTo>
                      <a:pt x="275724" y="203210"/>
                    </a:lnTo>
                    <a:cubicBezTo>
                      <a:pt x="265116" y="251200"/>
                      <a:pt x="221750" y="284770"/>
                      <a:pt x="172632" y="283013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EF55FBA4-1A6C-B7DB-E11A-6904345F5FA6}"/>
                </a:ext>
              </a:extLst>
            </p:cNvPr>
            <p:cNvGrpSpPr/>
            <p:nvPr/>
          </p:nvGrpSpPr>
          <p:grpSpPr>
            <a:xfrm>
              <a:off x="45917" y="2750820"/>
              <a:ext cx="4507034" cy="1165063"/>
              <a:chOff x="-393221" y="-3361134"/>
              <a:chExt cx="6643632" cy="1717371"/>
            </a:xfrm>
            <a:solidFill>
              <a:schemeClr val="bg1">
                <a:alpha val="2000"/>
              </a:schemeClr>
            </a:solidFill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3AE7946-1B13-5538-EE00-CAD1BB8E2FD4}"/>
                  </a:ext>
                </a:extLst>
              </p:cNvPr>
              <p:cNvSpPr/>
              <p:nvPr/>
            </p:nvSpPr>
            <p:spPr>
              <a:xfrm>
                <a:off x="-393221" y="-3061471"/>
                <a:ext cx="307313" cy="1378449"/>
              </a:xfrm>
              <a:custGeom>
                <a:avLst/>
                <a:gdLst>
                  <a:gd name="connsiteX0" fmla="*/ 0 w 74834"/>
                  <a:gd name="connsiteY0" fmla="*/ 0 h 335667"/>
                  <a:gd name="connsiteX1" fmla="*/ 74834 w 74834"/>
                  <a:gd name="connsiteY1" fmla="*/ 0 h 335667"/>
                  <a:gd name="connsiteX2" fmla="*/ 74834 w 74834"/>
                  <a:gd name="connsiteY2" fmla="*/ 335667 h 335667"/>
                  <a:gd name="connsiteX3" fmla="*/ 0 w 74834"/>
                  <a:gd name="connsiteY3" fmla="*/ 335667 h 335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335667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335667"/>
                    </a:lnTo>
                    <a:lnTo>
                      <a:pt x="0" y="335667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227C339-8F8D-8CF7-B3CF-34264BD706C0}"/>
                  </a:ext>
                </a:extLst>
              </p:cNvPr>
              <p:cNvSpPr/>
              <p:nvPr/>
            </p:nvSpPr>
            <p:spPr>
              <a:xfrm>
                <a:off x="116843" y="-3027042"/>
                <a:ext cx="1532742" cy="1347843"/>
              </a:xfrm>
              <a:custGeom>
                <a:avLst/>
                <a:gdLst>
                  <a:gd name="connsiteX0" fmla="*/ 246225 w 373239"/>
                  <a:gd name="connsiteY0" fmla="*/ 133190 h 328214"/>
                  <a:gd name="connsiteX1" fmla="*/ 127918 w 373239"/>
                  <a:gd name="connsiteY1" fmla="*/ 133190 h 328214"/>
                  <a:gd name="connsiteX2" fmla="*/ 77615 w 373239"/>
                  <a:gd name="connsiteY2" fmla="*/ 95617 h 328214"/>
                  <a:gd name="connsiteX3" fmla="*/ 127918 w 373239"/>
                  <a:gd name="connsiteY3" fmla="*/ 62081 h 328214"/>
                  <a:gd name="connsiteX4" fmla="*/ 342484 w 373239"/>
                  <a:gd name="connsiteY4" fmla="*/ 62081 h 328214"/>
                  <a:gd name="connsiteX5" fmla="*/ 342484 w 373239"/>
                  <a:gd name="connsiteY5" fmla="*/ -22 h 328214"/>
                  <a:gd name="connsiteX6" fmla="*/ 118913 w 373239"/>
                  <a:gd name="connsiteY6" fmla="*/ -22 h 328214"/>
                  <a:gd name="connsiteX7" fmla="*/ -14 w 373239"/>
                  <a:gd name="connsiteY7" fmla="*/ 96549 h 328214"/>
                  <a:gd name="connsiteX8" fmla="*/ 118913 w 373239"/>
                  <a:gd name="connsiteY8" fmla="*/ 194361 h 328214"/>
                  <a:gd name="connsiteX9" fmla="*/ 247156 w 373239"/>
                  <a:gd name="connsiteY9" fmla="*/ 194361 h 328214"/>
                  <a:gd name="connsiteX10" fmla="*/ 297149 w 373239"/>
                  <a:gd name="connsiteY10" fmla="*/ 232244 h 328214"/>
                  <a:gd name="connsiteX11" fmla="*/ 247156 w 373239"/>
                  <a:gd name="connsiteY11" fmla="*/ 266090 h 328214"/>
                  <a:gd name="connsiteX12" fmla="*/ 23274 w 373239"/>
                  <a:gd name="connsiteY12" fmla="*/ 266090 h 328214"/>
                  <a:gd name="connsiteX13" fmla="*/ 23274 w 373239"/>
                  <a:gd name="connsiteY13" fmla="*/ 328193 h 328214"/>
                  <a:gd name="connsiteX14" fmla="*/ 246225 w 373239"/>
                  <a:gd name="connsiteY14" fmla="*/ 328193 h 328214"/>
                  <a:gd name="connsiteX15" fmla="*/ 373225 w 373239"/>
                  <a:gd name="connsiteY15" fmla="*/ 230691 h 328214"/>
                  <a:gd name="connsiteX16" fmla="*/ 246225 w 373239"/>
                  <a:gd name="connsiteY16" fmla="*/ 134121 h 328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3239" h="328214">
                    <a:moveTo>
                      <a:pt x="246225" y="133190"/>
                    </a:moveTo>
                    <a:lnTo>
                      <a:pt x="127918" y="133190"/>
                    </a:lnTo>
                    <a:cubicBezTo>
                      <a:pt x="96867" y="133190"/>
                      <a:pt x="77615" y="118595"/>
                      <a:pt x="77615" y="95617"/>
                    </a:cubicBezTo>
                    <a:cubicBezTo>
                      <a:pt x="77615" y="72639"/>
                      <a:pt x="96867" y="62081"/>
                      <a:pt x="127918" y="62081"/>
                    </a:cubicBezTo>
                    <a:lnTo>
                      <a:pt x="342484" y="62081"/>
                    </a:lnTo>
                    <a:lnTo>
                      <a:pt x="342484" y="-22"/>
                    </a:lnTo>
                    <a:lnTo>
                      <a:pt x="118913" y="-22"/>
                    </a:lnTo>
                    <a:cubicBezTo>
                      <a:pt x="45942" y="-22"/>
                      <a:pt x="-14" y="36619"/>
                      <a:pt x="-14" y="96549"/>
                    </a:cubicBezTo>
                    <a:cubicBezTo>
                      <a:pt x="-14" y="156478"/>
                      <a:pt x="45942" y="194361"/>
                      <a:pt x="118913" y="194361"/>
                    </a:cubicBezTo>
                    <a:lnTo>
                      <a:pt x="247156" y="194361"/>
                    </a:lnTo>
                    <a:cubicBezTo>
                      <a:pt x="278208" y="194361"/>
                      <a:pt x="297149" y="208955"/>
                      <a:pt x="297149" y="232244"/>
                    </a:cubicBezTo>
                    <a:cubicBezTo>
                      <a:pt x="297149" y="255533"/>
                      <a:pt x="277897" y="266090"/>
                      <a:pt x="247156" y="266090"/>
                    </a:cubicBezTo>
                    <a:lnTo>
                      <a:pt x="23274" y="266090"/>
                    </a:lnTo>
                    <a:lnTo>
                      <a:pt x="23274" y="328193"/>
                    </a:lnTo>
                    <a:lnTo>
                      <a:pt x="246225" y="328193"/>
                    </a:lnTo>
                    <a:cubicBezTo>
                      <a:pt x="324164" y="328193"/>
                      <a:pt x="373225" y="290310"/>
                      <a:pt x="373225" y="230691"/>
                    </a:cubicBezTo>
                    <a:cubicBezTo>
                      <a:pt x="373225" y="171072"/>
                      <a:pt x="324164" y="134121"/>
                      <a:pt x="246225" y="134121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4F51DB68-C5D4-DD13-9C11-C5DA4440AD1A}"/>
                  </a:ext>
                </a:extLst>
              </p:cNvPr>
              <p:cNvSpPr/>
              <p:nvPr/>
            </p:nvSpPr>
            <p:spPr>
              <a:xfrm>
                <a:off x="3372035" y="-3358584"/>
                <a:ext cx="1226998" cy="1712841"/>
              </a:xfrm>
              <a:custGeom>
                <a:avLst/>
                <a:gdLst>
                  <a:gd name="connsiteX0" fmla="*/ 149105 w 298787"/>
                  <a:gd name="connsiteY0" fmla="*/ 352724 h 417095"/>
                  <a:gd name="connsiteX1" fmla="*/ 71336 w 298787"/>
                  <a:gd name="connsiteY1" fmla="*/ 275235 h 417095"/>
                  <a:gd name="connsiteX2" fmla="*/ 71476 w 298787"/>
                  <a:gd name="connsiteY2" fmla="*/ 270437 h 417095"/>
                  <a:gd name="connsiteX3" fmla="*/ 71476 w 298787"/>
                  <a:gd name="connsiteY3" fmla="*/ 142815 h 417095"/>
                  <a:gd name="connsiteX4" fmla="*/ 298773 w 298787"/>
                  <a:gd name="connsiteY4" fmla="*/ 142815 h 417095"/>
                  <a:gd name="connsiteX5" fmla="*/ 298773 w 298787"/>
                  <a:gd name="connsiteY5" fmla="*/ 80712 h 417095"/>
                  <a:gd name="connsiteX6" fmla="*/ 71476 w 298787"/>
                  <a:gd name="connsiteY6" fmla="*/ 80712 h 417095"/>
                  <a:gd name="connsiteX7" fmla="*/ 71476 w 298787"/>
                  <a:gd name="connsiteY7" fmla="*/ -22 h 417095"/>
                  <a:gd name="connsiteX8" fmla="*/ 58 w 298787"/>
                  <a:gd name="connsiteY8" fmla="*/ -22 h 417095"/>
                  <a:gd name="connsiteX9" fmla="*/ 58 w 298787"/>
                  <a:gd name="connsiteY9" fmla="*/ 273853 h 417095"/>
                  <a:gd name="connsiteX10" fmla="*/ 134368 w 298787"/>
                  <a:gd name="connsiteY10" fmla="*/ 417004 h 417095"/>
                  <a:gd name="connsiteX11" fmla="*/ 149105 w 298787"/>
                  <a:gd name="connsiteY11" fmla="*/ 416690 h 417095"/>
                  <a:gd name="connsiteX12" fmla="*/ 297550 w 298787"/>
                  <a:gd name="connsiteY12" fmla="*/ 286919 h 417095"/>
                  <a:gd name="connsiteX13" fmla="*/ 297842 w 298787"/>
                  <a:gd name="connsiteY13" fmla="*/ 275095 h 417095"/>
                  <a:gd name="connsiteX14" fmla="*/ 226734 w 298787"/>
                  <a:gd name="connsiteY14" fmla="*/ 275095 h 417095"/>
                  <a:gd name="connsiteX15" fmla="*/ 150353 w 298787"/>
                  <a:gd name="connsiteY15" fmla="*/ 352724 h 417095"/>
                  <a:gd name="connsiteX16" fmla="*/ 149105 w 298787"/>
                  <a:gd name="connsiteY16" fmla="*/ 352724 h 417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8787" h="417095">
                    <a:moveTo>
                      <a:pt x="149105" y="352724"/>
                    </a:moveTo>
                    <a:cubicBezTo>
                      <a:pt x="106232" y="352801"/>
                      <a:pt x="71414" y="318108"/>
                      <a:pt x="71336" y="275235"/>
                    </a:cubicBezTo>
                    <a:cubicBezTo>
                      <a:pt x="71333" y="273636"/>
                      <a:pt x="71380" y="272033"/>
                      <a:pt x="71476" y="270437"/>
                    </a:cubicBezTo>
                    <a:lnTo>
                      <a:pt x="71476" y="142815"/>
                    </a:lnTo>
                    <a:lnTo>
                      <a:pt x="298773" y="142815"/>
                    </a:lnTo>
                    <a:lnTo>
                      <a:pt x="298773" y="80712"/>
                    </a:lnTo>
                    <a:lnTo>
                      <a:pt x="71476" y="80712"/>
                    </a:lnTo>
                    <a:lnTo>
                      <a:pt x="71476" y="-22"/>
                    </a:lnTo>
                    <a:lnTo>
                      <a:pt x="58" y="-22"/>
                    </a:lnTo>
                    <a:lnTo>
                      <a:pt x="58" y="273853"/>
                    </a:lnTo>
                    <a:cubicBezTo>
                      <a:pt x="-2383" y="350473"/>
                      <a:pt x="57748" y="414563"/>
                      <a:pt x="134368" y="417004"/>
                    </a:cubicBezTo>
                    <a:cubicBezTo>
                      <a:pt x="139280" y="417159"/>
                      <a:pt x="144202" y="417056"/>
                      <a:pt x="149105" y="416690"/>
                    </a:cubicBezTo>
                    <a:cubicBezTo>
                      <a:pt x="225933" y="421848"/>
                      <a:pt x="292395" y="363747"/>
                      <a:pt x="297550" y="286919"/>
                    </a:cubicBezTo>
                    <a:cubicBezTo>
                      <a:pt x="297814" y="282985"/>
                      <a:pt x="297913" y="279039"/>
                      <a:pt x="297842" y="275095"/>
                    </a:cubicBezTo>
                    <a:lnTo>
                      <a:pt x="226734" y="275095"/>
                    </a:lnTo>
                    <a:cubicBezTo>
                      <a:pt x="227079" y="317623"/>
                      <a:pt x="192881" y="352379"/>
                      <a:pt x="150353" y="352724"/>
                    </a:cubicBezTo>
                    <a:cubicBezTo>
                      <a:pt x="149937" y="352727"/>
                      <a:pt x="149521" y="352727"/>
                      <a:pt x="149105" y="352724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C2C684B8-F09B-E3C1-1C7C-F420A80D3EF7}"/>
                  </a:ext>
                </a:extLst>
              </p:cNvPr>
              <p:cNvSpPr/>
              <p:nvPr/>
            </p:nvSpPr>
            <p:spPr>
              <a:xfrm>
                <a:off x="4785070" y="-3058946"/>
                <a:ext cx="1465341" cy="1381020"/>
              </a:xfrm>
              <a:custGeom>
                <a:avLst/>
                <a:gdLst>
                  <a:gd name="connsiteX0" fmla="*/ 77338 w 356826"/>
                  <a:gd name="connsiteY0" fmla="*/ 202130 h 336293"/>
                  <a:gd name="connsiteX1" fmla="*/ 356802 w 356826"/>
                  <a:gd name="connsiteY1" fmla="*/ 202130 h 336293"/>
                  <a:gd name="connsiteX2" fmla="*/ 356802 w 356826"/>
                  <a:gd name="connsiteY2" fmla="*/ 199025 h 336293"/>
                  <a:gd name="connsiteX3" fmla="*/ 356802 w 356826"/>
                  <a:gd name="connsiteY3" fmla="*/ 199025 h 336293"/>
                  <a:gd name="connsiteX4" fmla="*/ 356802 w 356826"/>
                  <a:gd name="connsiteY4" fmla="*/ 171699 h 336293"/>
                  <a:gd name="connsiteX5" fmla="*/ 354628 w 356826"/>
                  <a:gd name="connsiteY5" fmla="*/ 140648 h 336293"/>
                  <a:gd name="connsiteX6" fmla="*/ 354628 w 356826"/>
                  <a:gd name="connsiteY6" fmla="*/ 140648 h 336293"/>
                  <a:gd name="connsiteX7" fmla="*/ 354628 w 356826"/>
                  <a:gd name="connsiteY7" fmla="*/ 140648 h 336293"/>
                  <a:gd name="connsiteX8" fmla="*/ 179187 w 356826"/>
                  <a:gd name="connsiteY8" fmla="*/ 295 h 336293"/>
                  <a:gd name="connsiteX9" fmla="*/ 262 w 356826"/>
                  <a:gd name="connsiteY9" fmla="*/ 159900 h 336293"/>
                  <a:gd name="connsiteX10" fmla="*/ 20 w 356826"/>
                  <a:gd name="connsiteY10" fmla="*/ 172941 h 336293"/>
                  <a:gd name="connsiteX11" fmla="*/ 179187 w 356826"/>
                  <a:gd name="connsiteY11" fmla="*/ 336272 h 336293"/>
                  <a:gd name="connsiteX12" fmla="*/ 313019 w 356826"/>
                  <a:gd name="connsiteY12" fmla="*/ 336272 h 336293"/>
                  <a:gd name="connsiteX13" fmla="*/ 313019 w 356826"/>
                  <a:gd name="connsiteY13" fmla="*/ 274169 h 336293"/>
                  <a:gd name="connsiteX14" fmla="*/ 179498 w 356826"/>
                  <a:gd name="connsiteY14" fmla="*/ 274169 h 336293"/>
                  <a:gd name="connsiteX15" fmla="*/ 77338 w 356826"/>
                  <a:gd name="connsiteY15" fmla="*/ 202751 h 336293"/>
                  <a:gd name="connsiteX16" fmla="*/ 179187 w 356826"/>
                  <a:gd name="connsiteY16" fmla="*/ 62398 h 336293"/>
                  <a:gd name="connsiteX17" fmla="*/ 280726 w 356826"/>
                  <a:gd name="connsiteY17" fmla="*/ 138785 h 336293"/>
                  <a:gd name="connsiteX18" fmla="*/ 280726 w 356826"/>
                  <a:gd name="connsiteY18" fmla="*/ 141579 h 336293"/>
                  <a:gd name="connsiteX19" fmla="*/ 76096 w 356826"/>
                  <a:gd name="connsiteY19" fmla="*/ 141579 h 336293"/>
                  <a:gd name="connsiteX20" fmla="*/ 76096 w 356826"/>
                  <a:gd name="connsiteY20" fmla="*/ 138785 h 336293"/>
                  <a:gd name="connsiteX21" fmla="*/ 179187 w 356826"/>
                  <a:gd name="connsiteY21" fmla="*/ 62398 h 33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56826" h="336293">
                    <a:moveTo>
                      <a:pt x="77338" y="202130"/>
                    </a:moveTo>
                    <a:lnTo>
                      <a:pt x="356802" y="202130"/>
                    </a:lnTo>
                    <a:lnTo>
                      <a:pt x="356802" y="199025"/>
                    </a:lnTo>
                    <a:lnTo>
                      <a:pt x="356802" y="199025"/>
                    </a:lnTo>
                    <a:lnTo>
                      <a:pt x="356802" y="171699"/>
                    </a:lnTo>
                    <a:cubicBezTo>
                      <a:pt x="356911" y="161306"/>
                      <a:pt x="356184" y="150923"/>
                      <a:pt x="354628" y="140648"/>
                    </a:cubicBezTo>
                    <a:lnTo>
                      <a:pt x="354628" y="140648"/>
                    </a:lnTo>
                    <a:lnTo>
                      <a:pt x="354628" y="140648"/>
                    </a:lnTo>
                    <a:cubicBezTo>
                      <a:pt x="340904" y="55731"/>
                      <a:pt x="265045" y="-4956"/>
                      <a:pt x="179187" y="295"/>
                    </a:cubicBezTo>
                    <a:cubicBezTo>
                      <a:pt x="85703" y="-5040"/>
                      <a:pt x="5596" y="66419"/>
                      <a:pt x="262" y="159900"/>
                    </a:cubicBezTo>
                    <a:cubicBezTo>
                      <a:pt x="13" y="164244"/>
                      <a:pt x="-67" y="168594"/>
                      <a:pt x="20" y="172941"/>
                    </a:cubicBezTo>
                    <a:cubicBezTo>
                      <a:pt x="20" y="268580"/>
                      <a:pt x="74854" y="336272"/>
                      <a:pt x="179187" y="336272"/>
                    </a:cubicBezTo>
                    <a:lnTo>
                      <a:pt x="313019" y="336272"/>
                    </a:lnTo>
                    <a:lnTo>
                      <a:pt x="313019" y="274169"/>
                    </a:lnTo>
                    <a:lnTo>
                      <a:pt x="179498" y="274169"/>
                    </a:lnTo>
                    <a:cubicBezTo>
                      <a:pt x="133088" y="276638"/>
                      <a:pt x="90957" y="247185"/>
                      <a:pt x="77338" y="202751"/>
                    </a:cubicBezTo>
                    <a:close/>
                    <a:moveTo>
                      <a:pt x="179187" y="62398"/>
                    </a:moveTo>
                    <a:cubicBezTo>
                      <a:pt x="226752" y="60920"/>
                      <a:pt x="268960" y="92673"/>
                      <a:pt x="280726" y="138785"/>
                    </a:cubicBezTo>
                    <a:cubicBezTo>
                      <a:pt x="280872" y="139710"/>
                      <a:pt x="280872" y="140654"/>
                      <a:pt x="280726" y="141579"/>
                    </a:cubicBezTo>
                    <a:lnTo>
                      <a:pt x="76096" y="141579"/>
                    </a:lnTo>
                    <a:cubicBezTo>
                      <a:pt x="76096" y="141579"/>
                      <a:pt x="76096" y="139716"/>
                      <a:pt x="76096" y="138785"/>
                    </a:cubicBezTo>
                    <a:cubicBezTo>
                      <a:pt x="87979" y="92086"/>
                      <a:pt x="131051" y="60171"/>
                      <a:pt x="179187" y="62398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159E837-99F5-105D-8CB6-5E4FA914AFAA}"/>
                  </a:ext>
                </a:extLst>
              </p:cNvPr>
              <p:cNvSpPr/>
              <p:nvPr/>
            </p:nvSpPr>
            <p:spPr>
              <a:xfrm>
                <a:off x="-393221" y="-3361134"/>
                <a:ext cx="307313" cy="113486"/>
              </a:xfrm>
              <a:custGeom>
                <a:avLst/>
                <a:gdLst>
                  <a:gd name="connsiteX0" fmla="*/ 0 w 74834"/>
                  <a:gd name="connsiteY0" fmla="*/ 0 h 27635"/>
                  <a:gd name="connsiteX1" fmla="*/ 74834 w 74834"/>
                  <a:gd name="connsiteY1" fmla="*/ 0 h 27635"/>
                  <a:gd name="connsiteX2" fmla="*/ 74834 w 74834"/>
                  <a:gd name="connsiteY2" fmla="*/ 27636 h 27635"/>
                  <a:gd name="connsiteX3" fmla="*/ 0 w 74834"/>
                  <a:gd name="connsiteY3" fmla="*/ 27636 h 27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4834" h="27635">
                    <a:moveTo>
                      <a:pt x="0" y="0"/>
                    </a:moveTo>
                    <a:lnTo>
                      <a:pt x="74834" y="0"/>
                    </a:lnTo>
                    <a:lnTo>
                      <a:pt x="74834" y="27636"/>
                    </a:lnTo>
                    <a:lnTo>
                      <a:pt x="0" y="27636"/>
                    </a:ln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5F9FEB9-495E-DDA4-D832-C09CFD65662C}"/>
                  </a:ext>
                </a:extLst>
              </p:cNvPr>
              <p:cNvSpPr/>
              <p:nvPr/>
            </p:nvSpPr>
            <p:spPr>
              <a:xfrm>
                <a:off x="1808983" y="-3063385"/>
                <a:ext cx="1425630" cy="1419622"/>
              </a:xfrm>
              <a:custGeom>
                <a:avLst/>
                <a:gdLst>
                  <a:gd name="connsiteX0" fmla="*/ 174185 w 347156"/>
                  <a:gd name="connsiteY0" fmla="*/ 283013 h 345693"/>
                  <a:gd name="connsiteX1" fmla="*/ 67548 w 347156"/>
                  <a:gd name="connsiteY1" fmla="*/ 180403 h 345693"/>
                  <a:gd name="connsiteX2" fmla="*/ 67678 w 347156"/>
                  <a:gd name="connsiteY2" fmla="*/ 172780 h 345693"/>
                  <a:gd name="connsiteX3" fmla="*/ 167540 w 347156"/>
                  <a:gd name="connsiteY3" fmla="*/ 63565 h 345693"/>
                  <a:gd name="connsiteX4" fmla="*/ 174185 w 347156"/>
                  <a:gd name="connsiteY4" fmla="*/ 63478 h 345693"/>
                  <a:gd name="connsiteX5" fmla="*/ 265787 w 347156"/>
                  <a:gd name="connsiteY5" fmla="*/ 110677 h 345693"/>
                  <a:gd name="connsiteX6" fmla="*/ 327890 w 347156"/>
                  <a:gd name="connsiteY6" fmla="*/ 84593 h 345693"/>
                  <a:gd name="connsiteX7" fmla="*/ 172632 w 347156"/>
                  <a:gd name="connsiteY7" fmla="*/ 133 h 345693"/>
                  <a:gd name="connsiteX8" fmla="*/ -14 w 347156"/>
                  <a:gd name="connsiteY8" fmla="*/ 172780 h 345693"/>
                  <a:gd name="connsiteX9" fmla="*/ 172632 w 347156"/>
                  <a:gd name="connsiteY9" fmla="*/ 345426 h 345693"/>
                  <a:gd name="connsiteX10" fmla="*/ 347142 w 347156"/>
                  <a:gd name="connsiteY10" fmla="*/ 203210 h 345693"/>
                  <a:gd name="connsiteX11" fmla="*/ 275724 w 347156"/>
                  <a:gd name="connsiteY11" fmla="*/ 203210 h 345693"/>
                  <a:gd name="connsiteX12" fmla="*/ 172632 w 347156"/>
                  <a:gd name="connsiteY12" fmla="*/ 283013 h 345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7156" h="345693">
                    <a:moveTo>
                      <a:pt x="174185" y="283013"/>
                    </a:moveTo>
                    <a:cubicBezTo>
                      <a:pt x="116401" y="284124"/>
                      <a:pt x="68659" y="238183"/>
                      <a:pt x="67548" y="180403"/>
                    </a:cubicBezTo>
                    <a:cubicBezTo>
                      <a:pt x="67498" y="177860"/>
                      <a:pt x="67542" y="175316"/>
                      <a:pt x="67678" y="172780"/>
                    </a:cubicBezTo>
                    <a:cubicBezTo>
                      <a:pt x="65095" y="115045"/>
                      <a:pt x="109806" y="66145"/>
                      <a:pt x="167540" y="63565"/>
                    </a:cubicBezTo>
                    <a:cubicBezTo>
                      <a:pt x="169754" y="63466"/>
                      <a:pt x="171971" y="63438"/>
                      <a:pt x="174185" y="63478"/>
                    </a:cubicBezTo>
                    <a:cubicBezTo>
                      <a:pt x="210984" y="61596"/>
                      <a:pt x="245961" y="79619"/>
                      <a:pt x="265787" y="110677"/>
                    </a:cubicBezTo>
                    <a:lnTo>
                      <a:pt x="327890" y="84593"/>
                    </a:lnTo>
                    <a:cubicBezTo>
                      <a:pt x="295711" y="29921"/>
                      <a:pt x="236012" y="-2553"/>
                      <a:pt x="172632" y="133"/>
                    </a:cubicBezTo>
                    <a:cubicBezTo>
                      <a:pt x="77282" y="133"/>
                      <a:pt x="-14" y="77430"/>
                      <a:pt x="-14" y="172780"/>
                    </a:cubicBezTo>
                    <a:cubicBezTo>
                      <a:pt x="-14" y="268129"/>
                      <a:pt x="77282" y="345426"/>
                      <a:pt x="172632" y="345426"/>
                    </a:cubicBezTo>
                    <a:cubicBezTo>
                      <a:pt x="258757" y="350068"/>
                      <a:pt x="334305" y="288499"/>
                      <a:pt x="347142" y="203210"/>
                    </a:cubicBezTo>
                    <a:lnTo>
                      <a:pt x="275724" y="203210"/>
                    </a:lnTo>
                    <a:cubicBezTo>
                      <a:pt x="265116" y="251200"/>
                      <a:pt x="221750" y="284770"/>
                      <a:pt x="172632" y="283013"/>
                    </a:cubicBezTo>
                    <a:close/>
                  </a:path>
                </a:pathLst>
              </a:custGeom>
              <a:grpFill/>
              <a:ln w="310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defTabSz="685800">
                  <a:buClrTx/>
                  <a:defRPr/>
                </a:pPr>
                <a:endParaRPr lang="en-GB" sz="1350" kern="120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4926F02-AC2A-4F32-B107-2C3E703E6F93}"/>
              </a:ext>
            </a:extLst>
          </p:cNvPr>
          <p:cNvSpPr txBox="1"/>
          <p:nvPr/>
        </p:nvSpPr>
        <p:spPr>
          <a:xfrm>
            <a:off x="563340" y="1335672"/>
            <a:ext cx="3605990" cy="145424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defTabSz="685800">
              <a:buClrTx/>
              <a:defRPr/>
            </a:pPr>
            <a:r>
              <a:rPr lang="pt-BR" sz="3000" b="1" kern="1200">
                <a:solidFill>
                  <a:prstClr val="white"/>
                </a:solidFill>
                <a:latin typeface="Century Gothic" panose="020F0302020204030204"/>
                <a:ea typeface="Verdana"/>
                <a:cs typeface="+mn-cs"/>
                <a:sym typeface="Zilla Slab Light"/>
              </a:rPr>
              <a:t>Metodologia CRISP-DM para a ciência dos dados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05E967D-68BF-4768-8D63-32B3E9FB2A8B}"/>
              </a:ext>
            </a:extLst>
          </p:cNvPr>
          <p:cNvSpPr/>
          <p:nvPr/>
        </p:nvSpPr>
        <p:spPr>
          <a:xfrm rot="5400000">
            <a:off x="138829" y="1620066"/>
            <a:ext cx="190010" cy="467672"/>
          </a:xfrm>
          <a:custGeom>
            <a:avLst/>
            <a:gdLst>
              <a:gd name="connsiteX0" fmla="*/ 0 w 74834"/>
              <a:gd name="connsiteY0" fmla="*/ 0 h 335667"/>
              <a:gd name="connsiteX1" fmla="*/ 74834 w 74834"/>
              <a:gd name="connsiteY1" fmla="*/ 0 h 335667"/>
              <a:gd name="connsiteX2" fmla="*/ 74834 w 74834"/>
              <a:gd name="connsiteY2" fmla="*/ 335667 h 335667"/>
              <a:gd name="connsiteX3" fmla="*/ 0 w 74834"/>
              <a:gd name="connsiteY3" fmla="*/ 335667 h 33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834" h="335667">
                <a:moveTo>
                  <a:pt x="0" y="0"/>
                </a:moveTo>
                <a:lnTo>
                  <a:pt x="74834" y="0"/>
                </a:lnTo>
                <a:lnTo>
                  <a:pt x="74834" y="335667"/>
                </a:lnTo>
                <a:lnTo>
                  <a:pt x="0" y="335667"/>
                </a:lnTo>
                <a:close/>
              </a:path>
            </a:pathLst>
          </a:custGeom>
          <a:solidFill>
            <a:schemeClr val="bg1"/>
          </a:solidFill>
          <a:ln w="31040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  <a:defRPr/>
            </a:pPr>
            <a:endParaRPr lang="en-GB" sz="1350" kern="1200">
              <a:solidFill>
                <a:prstClr val="black"/>
              </a:solidFill>
              <a:latin typeface="Century Gothic" panose="020F0302020204030204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E781283-9E41-019A-D14C-0B92FDA700CA}"/>
              </a:ext>
            </a:extLst>
          </p:cNvPr>
          <p:cNvSpPr/>
          <p:nvPr/>
        </p:nvSpPr>
        <p:spPr>
          <a:xfrm>
            <a:off x="8008314" y="4351033"/>
            <a:ext cx="445807" cy="792467"/>
          </a:xfrm>
          <a:prstGeom prst="rect">
            <a:avLst/>
          </a:prstGeom>
          <a:solidFill>
            <a:srgbClr val="0D28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entury Gothic" panose="020F0302020204030204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CE6CA63-ABC4-2A16-5191-F057E71949A8}"/>
              </a:ext>
            </a:extLst>
          </p:cNvPr>
          <p:cNvSpPr txBox="1"/>
          <p:nvPr/>
        </p:nvSpPr>
        <p:spPr>
          <a:xfrm>
            <a:off x="577391" y="3438069"/>
            <a:ext cx="261898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pt-BR" sz="1500" kern="1200">
                <a:solidFill>
                  <a:prstClr val="white"/>
                </a:solidFill>
                <a:latin typeface="Century Gothic" panose="020F0302020204030204"/>
                <a:ea typeface="Verdana" panose="020B0604030504040204" pitchFamily="34" charset="0"/>
                <a:cs typeface="+mn-cs"/>
                <a:sym typeface="Zilla Slab Light"/>
              </a:rPr>
              <a:t>Joao Ferreira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15E65A6-23D1-5A52-2A79-4A96D1BF3404}"/>
              </a:ext>
            </a:extLst>
          </p:cNvPr>
          <p:cNvSpPr txBox="1"/>
          <p:nvPr/>
        </p:nvSpPr>
        <p:spPr>
          <a:xfrm>
            <a:off x="577391" y="3801634"/>
            <a:ext cx="261898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buClrTx/>
              <a:defRPr/>
            </a:pPr>
            <a:r>
              <a:rPr lang="pt-BR" sz="1050" kern="1200">
                <a:solidFill>
                  <a:prstClr val="white"/>
                </a:solidFill>
                <a:latin typeface="Century Gothic" panose="020F0302020204030204"/>
                <a:ea typeface="Verdana" panose="020B0604030504040204" pitchFamily="34" charset="0"/>
                <a:cs typeface="+mn-cs"/>
                <a:sym typeface="Zilla Slab Light"/>
              </a:rPr>
              <a:t>2026</a:t>
            </a:r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A5FCAF02-3FFE-64F6-4A64-4DA69570847B}"/>
              </a:ext>
            </a:extLst>
          </p:cNvPr>
          <p:cNvSpPr/>
          <p:nvPr/>
        </p:nvSpPr>
        <p:spPr>
          <a:xfrm rot="5400000">
            <a:off x="138829" y="3341447"/>
            <a:ext cx="190010" cy="467672"/>
          </a:xfrm>
          <a:custGeom>
            <a:avLst/>
            <a:gdLst>
              <a:gd name="connsiteX0" fmla="*/ 0 w 74834"/>
              <a:gd name="connsiteY0" fmla="*/ 0 h 335667"/>
              <a:gd name="connsiteX1" fmla="*/ 74834 w 74834"/>
              <a:gd name="connsiteY1" fmla="*/ 0 h 335667"/>
              <a:gd name="connsiteX2" fmla="*/ 74834 w 74834"/>
              <a:gd name="connsiteY2" fmla="*/ 335667 h 335667"/>
              <a:gd name="connsiteX3" fmla="*/ 0 w 74834"/>
              <a:gd name="connsiteY3" fmla="*/ 335667 h 335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834" h="335667">
                <a:moveTo>
                  <a:pt x="0" y="0"/>
                </a:moveTo>
                <a:lnTo>
                  <a:pt x="74834" y="0"/>
                </a:lnTo>
                <a:lnTo>
                  <a:pt x="74834" y="335667"/>
                </a:lnTo>
                <a:lnTo>
                  <a:pt x="0" y="335667"/>
                </a:lnTo>
                <a:close/>
              </a:path>
            </a:pathLst>
          </a:custGeom>
          <a:solidFill>
            <a:schemeClr val="bg1"/>
          </a:solidFill>
          <a:ln w="31040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buClrTx/>
              <a:defRPr/>
            </a:pPr>
            <a:endParaRPr lang="en-GB" sz="1350" kern="1200">
              <a:solidFill>
                <a:prstClr val="black"/>
              </a:solidFill>
              <a:latin typeface="Century Gothic" panose="020F0302020204030204"/>
              <a:ea typeface="+mn-ea"/>
              <a:cs typeface="+mn-cs"/>
            </a:endParaRPr>
          </a:p>
        </p:txBody>
      </p:sp>
      <p:pic>
        <p:nvPicPr>
          <p:cNvPr id="6" name="Imagem 5" descr="Uma imagem com logótipo&#10;&#10;Descrição gerada automaticamente">
            <a:extLst>
              <a:ext uri="{FF2B5EF4-FFF2-40B4-BE49-F238E27FC236}">
                <a16:creationId xmlns:a16="http://schemas.microsoft.com/office/drawing/2014/main" id="{4F36386A-5975-3AD2-71CA-ABB305D675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84" y="399884"/>
            <a:ext cx="2526092" cy="84336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5B03316-58F6-50B5-44E4-B07B3374BED5}"/>
              </a:ext>
            </a:extLst>
          </p:cNvPr>
          <p:cNvSpPr/>
          <p:nvPr/>
        </p:nvSpPr>
        <p:spPr>
          <a:xfrm>
            <a:off x="4416552" y="1110996"/>
            <a:ext cx="4594860" cy="1389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pt-PT" sz="2400" kern="1200">
                <a:solidFill>
                  <a:prstClr val="white"/>
                </a:solidFill>
                <a:latin typeface="Century Gothic" panose="020F0302020204030204"/>
              </a:rPr>
              <a:t>Modulo: Inteligência Artificial Preditiva</a:t>
            </a:r>
            <a:endParaRPr lang="en-US" sz="2400" kern="1200">
              <a:solidFill>
                <a:prstClr val="white"/>
              </a:solidFill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05835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"/>
          <p:cNvSpPr txBox="1">
            <a:spLocks noGrp="1"/>
          </p:cNvSpPr>
          <p:nvPr>
            <p:ph type="ctrTitle"/>
          </p:nvPr>
        </p:nvSpPr>
        <p:spPr>
          <a:xfrm>
            <a:off x="730135" y="1531989"/>
            <a:ext cx="7683730" cy="25420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300"/>
              <a:t>CRISP-DM </a:t>
            </a:r>
            <a:br>
              <a:rPr lang="en" sz="6300"/>
            </a:br>
            <a:r>
              <a:rPr lang="pt-PT" sz="3600" err="1">
                <a:solidFill>
                  <a:srgbClr val="FFC000"/>
                </a:solidFill>
              </a:rPr>
              <a:t>CR</a:t>
            </a:r>
            <a:r>
              <a:rPr lang="pt-PT" sz="3600" err="1">
                <a:solidFill>
                  <a:schemeClr val="dk2"/>
                </a:solidFill>
              </a:rPr>
              <a:t>oss-</a:t>
            </a:r>
            <a:r>
              <a:rPr lang="pt-PT" sz="3600" err="1">
                <a:solidFill>
                  <a:srgbClr val="FFC000"/>
                </a:solidFill>
              </a:rPr>
              <a:t>I</a:t>
            </a:r>
            <a:r>
              <a:rPr lang="pt-PT" sz="3600" err="1">
                <a:solidFill>
                  <a:schemeClr val="dk2"/>
                </a:solidFill>
              </a:rPr>
              <a:t>ndustry</a:t>
            </a:r>
            <a:r>
              <a:rPr lang="pt-PT" sz="3600">
                <a:solidFill>
                  <a:schemeClr val="dk2"/>
                </a:solidFill>
              </a:rPr>
              <a:t> </a:t>
            </a:r>
            <a:r>
              <a:rPr lang="pt-PT" sz="3600">
                <a:solidFill>
                  <a:srgbClr val="FFC000"/>
                </a:solidFill>
              </a:rPr>
              <a:t>S</a:t>
            </a:r>
            <a:r>
              <a:rPr lang="pt-PT" sz="3600">
                <a:solidFill>
                  <a:schemeClr val="dk2"/>
                </a:solidFill>
              </a:rPr>
              <a:t>tandard </a:t>
            </a:r>
            <a:r>
              <a:rPr lang="pt-PT" sz="3600" err="1">
                <a:solidFill>
                  <a:srgbClr val="FFC000"/>
                </a:solidFill>
              </a:rPr>
              <a:t>P</a:t>
            </a:r>
            <a:r>
              <a:rPr lang="pt-PT" sz="3600" err="1">
                <a:solidFill>
                  <a:schemeClr val="dk2"/>
                </a:solidFill>
              </a:rPr>
              <a:t>rocess</a:t>
            </a:r>
            <a:r>
              <a:rPr lang="pt-PT" sz="3600">
                <a:solidFill>
                  <a:schemeClr val="dk2"/>
                </a:solidFill>
              </a:rPr>
              <a:t> for </a:t>
            </a:r>
            <a:r>
              <a:rPr lang="pt-PT" sz="3600">
                <a:solidFill>
                  <a:srgbClr val="FFC000"/>
                </a:solidFill>
              </a:rPr>
              <a:t>D</a:t>
            </a:r>
            <a:r>
              <a:rPr lang="pt-PT" sz="3600">
                <a:solidFill>
                  <a:schemeClr val="dk2"/>
                </a:solidFill>
              </a:rPr>
              <a:t>ata </a:t>
            </a:r>
            <a:r>
              <a:rPr lang="pt-PT" sz="3600" err="1">
                <a:solidFill>
                  <a:srgbClr val="FFC000"/>
                </a:solidFill>
              </a:rPr>
              <a:t>M</a:t>
            </a:r>
            <a:r>
              <a:rPr lang="pt-PT" sz="3600" err="1">
                <a:solidFill>
                  <a:schemeClr val="dk2"/>
                </a:solidFill>
              </a:rPr>
              <a:t>ining</a:t>
            </a:r>
            <a:endParaRPr sz="3600">
              <a:solidFill>
                <a:schemeClr val="dk2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  <p:grpSp>
        <p:nvGrpSpPr>
          <p:cNvPr id="454" name="Google Shape;454;p38"/>
          <p:cNvGrpSpPr/>
          <p:nvPr/>
        </p:nvGrpSpPr>
        <p:grpSpPr>
          <a:xfrm>
            <a:off x="7757823" y="452808"/>
            <a:ext cx="656700" cy="656686"/>
            <a:chOff x="8030050" y="2613550"/>
            <a:chExt cx="1147475" cy="1147450"/>
          </a:xfrm>
        </p:grpSpPr>
        <p:sp>
          <p:nvSpPr>
            <p:cNvPr id="455" name="Google Shape;455;p38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8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8"/>
            <p:cNvSpPr/>
            <p:nvPr/>
          </p:nvSpPr>
          <p:spPr>
            <a:xfrm>
              <a:off x="8143275" y="2613550"/>
              <a:ext cx="923300" cy="1147450"/>
            </a:xfrm>
            <a:custGeom>
              <a:avLst/>
              <a:gdLst/>
              <a:ahLst/>
              <a:cxnLst/>
              <a:rect l="l" t="t" r="r" b="b"/>
              <a:pathLst>
                <a:path w="36932" h="45898" extrusionOk="0">
                  <a:moveTo>
                    <a:pt x="18451" y="45898"/>
                  </a:moveTo>
                  <a:cubicBezTo>
                    <a:pt x="8268" y="45898"/>
                    <a:pt x="1" y="35594"/>
                    <a:pt x="1" y="22949"/>
                  </a:cubicBezTo>
                  <a:cubicBezTo>
                    <a:pt x="1" y="10305"/>
                    <a:pt x="8268" y="1"/>
                    <a:pt x="18451" y="1"/>
                  </a:cubicBezTo>
                  <a:cubicBezTo>
                    <a:pt x="28633" y="1"/>
                    <a:pt x="36931" y="10305"/>
                    <a:pt x="36931" y="22949"/>
                  </a:cubicBezTo>
                  <a:cubicBezTo>
                    <a:pt x="36931" y="35594"/>
                    <a:pt x="28633" y="45898"/>
                    <a:pt x="18451" y="45898"/>
                  </a:cubicBezTo>
                  <a:close/>
                  <a:moveTo>
                    <a:pt x="18451" y="396"/>
                  </a:moveTo>
                  <a:cubicBezTo>
                    <a:pt x="8481" y="396"/>
                    <a:pt x="365" y="10487"/>
                    <a:pt x="365" y="22949"/>
                  </a:cubicBezTo>
                  <a:cubicBezTo>
                    <a:pt x="365" y="35381"/>
                    <a:pt x="8451" y="45533"/>
                    <a:pt x="18451" y="45533"/>
                  </a:cubicBezTo>
                  <a:cubicBezTo>
                    <a:pt x="28420" y="45533"/>
                    <a:pt x="36536" y="35411"/>
                    <a:pt x="36536" y="22949"/>
                  </a:cubicBezTo>
                  <a:cubicBezTo>
                    <a:pt x="36506" y="10517"/>
                    <a:pt x="28420" y="396"/>
                    <a:pt x="18451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8242825" y="2613550"/>
              <a:ext cx="724950" cy="1147450"/>
            </a:xfrm>
            <a:custGeom>
              <a:avLst/>
              <a:gdLst/>
              <a:ahLst/>
              <a:cxnLst/>
              <a:rect l="l" t="t" r="r" b="b"/>
              <a:pathLst>
                <a:path w="28998" h="45898" extrusionOk="0">
                  <a:moveTo>
                    <a:pt x="14469" y="45898"/>
                  </a:moveTo>
                  <a:cubicBezTo>
                    <a:pt x="6505" y="45898"/>
                    <a:pt x="0" y="35594"/>
                    <a:pt x="0" y="22949"/>
                  </a:cubicBezTo>
                  <a:cubicBezTo>
                    <a:pt x="0" y="10305"/>
                    <a:pt x="6505" y="1"/>
                    <a:pt x="14469" y="1"/>
                  </a:cubicBezTo>
                  <a:cubicBezTo>
                    <a:pt x="22463" y="1"/>
                    <a:pt x="28937" y="10305"/>
                    <a:pt x="28937" y="22949"/>
                  </a:cubicBezTo>
                  <a:cubicBezTo>
                    <a:pt x="28998" y="35594"/>
                    <a:pt x="22493" y="45898"/>
                    <a:pt x="14469" y="45898"/>
                  </a:cubicBezTo>
                  <a:close/>
                  <a:moveTo>
                    <a:pt x="14469" y="396"/>
                  </a:moveTo>
                  <a:cubicBezTo>
                    <a:pt x="6687" y="396"/>
                    <a:pt x="365" y="10487"/>
                    <a:pt x="365" y="22949"/>
                  </a:cubicBezTo>
                  <a:cubicBezTo>
                    <a:pt x="365" y="35381"/>
                    <a:pt x="6687" y="45533"/>
                    <a:pt x="14469" y="45533"/>
                  </a:cubicBezTo>
                  <a:cubicBezTo>
                    <a:pt x="22250" y="45533"/>
                    <a:pt x="28572" y="35411"/>
                    <a:pt x="28572" y="22949"/>
                  </a:cubicBezTo>
                  <a:cubicBezTo>
                    <a:pt x="28603" y="10517"/>
                    <a:pt x="22250" y="396"/>
                    <a:pt x="1446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8"/>
            <p:cNvSpPr/>
            <p:nvPr/>
          </p:nvSpPr>
          <p:spPr>
            <a:xfrm>
              <a:off x="8327175" y="2613550"/>
              <a:ext cx="558550" cy="1147450"/>
            </a:xfrm>
            <a:custGeom>
              <a:avLst/>
              <a:gdLst/>
              <a:ahLst/>
              <a:cxnLst/>
              <a:rect l="l" t="t" r="r" b="b"/>
              <a:pathLst>
                <a:path w="22342" h="45898" extrusionOk="0">
                  <a:moveTo>
                    <a:pt x="11186" y="45898"/>
                  </a:moveTo>
                  <a:cubicBezTo>
                    <a:pt x="5016" y="45898"/>
                    <a:pt x="0" y="35594"/>
                    <a:pt x="0" y="22949"/>
                  </a:cubicBezTo>
                  <a:cubicBezTo>
                    <a:pt x="0" y="10305"/>
                    <a:pt x="5016" y="1"/>
                    <a:pt x="11186" y="1"/>
                  </a:cubicBezTo>
                  <a:cubicBezTo>
                    <a:pt x="17326" y="1"/>
                    <a:pt x="22341" y="10305"/>
                    <a:pt x="22341" y="22949"/>
                  </a:cubicBezTo>
                  <a:cubicBezTo>
                    <a:pt x="22341" y="35594"/>
                    <a:pt x="17326" y="45898"/>
                    <a:pt x="11186" y="45898"/>
                  </a:cubicBezTo>
                  <a:close/>
                  <a:moveTo>
                    <a:pt x="11186" y="396"/>
                  </a:moveTo>
                  <a:cubicBezTo>
                    <a:pt x="5259" y="396"/>
                    <a:pt x="426" y="10487"/>
                    <a:pt x="426" y="22949"/>
                  </a:cubicBezTo>
                  <a:cubicBezTo>
                    <a:pt x="426" y="35381"/>
                    <a:pt x="5259" y="45533"/>
                    <a:pt x="11186" y="45533"/>
                  </a:cubicBezTo>
                  <a:cubicBezTo>
                    <a:pt x="17113" y="45533"/>
                    <a:pt x="21916" y="35411"/>
                    <a:pt x="21916" y="22949"/>
                  </a:cubicBezTo>
                  <a:cubicBezTo>
                    <a:pt x="21916" y="10517"/>
                    <a:pt x="17113" y="396"/>
                    <a:pt x="11186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8"/>
            <p:cNvSpPr/>
            <p:nvPr/>
          </p:nvSpPr>
          <p:spPr>
            <a:xfrm>
              <a:off x="8420625" y="2613550"/>
              <a:ext cx="376950" cy="1147450"/>
            </a:xfrm>
            <a:custGeom>
              <a:avLst/>
              <a:gdLst/>
              <a:ahLst/>
              <a:cxnLst/>
              <a:rect l="l" t="t" r="r" b="b"/>
              <a:pathLst>
                <a:path w="15078" h="45898" extrusionOk="0">
                  <a:moveTo>
                    <a:pt x="7509" y="45898"/>
                  </a:moveTo>
                  <a:cubicBezTo>
                    <a:pt x="3284" y="45898"/>
                    <a:pt x="1" y="35837"/>
                    <a:pt x="1" y="22949"/>
                  </a:cubicBezTo>
                  <a:cubicBezTo>
                    <a:pt x="1" y="10061"/>
                    <a:pt x="3284" y="1"/>
                    <a:pt x="7509" y="1"/>
                  </a:cubicBezTo>
                  <a:cubicBezTo>
                    <a:pt x="11734" y="1"/>
                    <a:pt x="15047" y="10061"/>
                    <a:pt x="15047" y="22949"/>
                  </a:cubicBezTo>
                  <a:cubicBezTo>
                    <a:pt x="15077" y="35837"/>
                    <a:pt x="11734" y="45898"/>
                    <a:pt x="7509" y="45898"/>
                  </a:cubicBezTo>
                  <a:close/>
                  <a:moveTo>
                    <a:pt x="7509" y="396"/>
                  </a:moveTo>
                  <a:cubicBezTo>
                    <a:pt x="3557" y="396"/>
                    <a:pt x="366" y="10487"/>
                    <a:pt x="366" y="22949"/>
                  </a:cubicBezTo>
                  <a:cubicBezTo>
                    <a:pt x="366" y="35381"/>
                    <a:pt x="3557" y="45533"/>
                    <a:pt x="7509" y="45533"/>
                  </a:cubicBezTo>
                  <a:cubicBezTo>
                    <a:pt x="11460" y="45533"/>
                    <a:pt x="14652" y="35411"/>
                    <a:pt x="14652" y="22949"/>
                  </a:cubicBezTo>
                  <a:cubicBezTo>
                    <a:pt x="14652" y="10517"/>
                    <a:pt x="11460" y="396"/>
                    <a:pt x="7509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8519425" y="2613550"/>
              <a:ext cx="183925" cy="1147450"/>
            </a:xfrm>
            <a:custGeom>
              <a:avLst/>
              <a:gdLst/>
              <a:ahLst/>
              <a:cxnLst/>
              <a:rect l="l" t="t" r="r" b="b"/>
              <a:pathLst>
                <a:path w="7357" h="45898" extrusionOk="0">
                  <a:moveTo>
                    <a:pt x="3678" y="45898"/>
                  </a:moveTo>
                  <a:cubicBezTo>
                    <a:pt x="1277" y="45898"/>
                    <a:pt x="0" y="34074"/>
                    <a:pt x="0" y="22949"/>
                  </a:cubicBezTo>
                  <a:cubicBezTo>
                    <a:pt x="0" y="11824"/>
                    <a:pt x="1277" y="1"/>
                    <a:pt x="3678" y="1"/>
                  </a:cubicBezTo>
                  <a:cubicBezTo>
                    <a:pt x="6080" y="1"/>
                    <a:pt x="7356" y="11824"/>
                    <a:pt x="7356" y="22949"/>
                  </a:cubicBezTo>
                  <a:cubicBezTo>
                    <a:pt x="7356" y="34074"/>
                    <a:pt x="6019" y="45898"/>
                    <a:pt x="3678" y="45898"/>
                  </a:cubicBezTo>
                  <a:close/>
                  <a:moveTo>
                    <a:pt x="3678" y="396"/>
                  </a:moveTo>
                  <a:cubicBezTo>
                    <a:pt x="2128" y="396"/>
                    <a:pt x="396" y="9666"/>
                    <a:pt x="396" y="22949"/>
                  </a:cubicBezTo>
                  <a:cubicBezTo>
                    <a:pt x="396" y="36262"/>
                    <a:pt x="2158" y="45533"/>
                    <a:pt x="3678" y="45533"/>
                  </a:cubicBezTo>
                  <a:cubicBezTo>
                    <a:pt x="5198" y="45533"/>
                    <a:pt x="6931" y="36262"/>
                    <a:pt x="6931" y="22949"/>
                  </a:cubicBezTo>
                  <a:cubicBezTo>
                    <a:pt x="6931" y="9666"/>
                    <a:pt x="5198" y="396"/>
                    <a:pt x="3678" y="396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8"/>
            <p:cNvSpPr/>
            <p:nvPr/>
          </p:nvSpPr>
          <p:spPr>
            <a:xfrm>
              <a:off x="8599200" y="2618100"/>
              <a:ext cx="9150" cy="1138350"/>
            </a:xfrm>
            <a:custGeom>
              <a:avLst/>
              <a:gdLst/>
              <a:ahLst/>
              <a:cxnLst/>
              <a:rect l="l" t="t" r="r" b="b"/>
              <a:pathLst>
                <a:path w="366" h="45534" extrusionOk="0">
                  <a:moveTo>
                    <a:pt x="1" y="1"/>
                  </a:moveTo>
                  <a:lnTo>
                    <a:pt x="366" y="1"/>
                  </a:lnTo>
                  <a:lnTo>
                    <a:pt x="366" y="45533"/>
                  </a:lnTo>
                  <a:lnTo>
                    <a:pt x="1" y="45533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8045250" y="327010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0"/>
                  </a:moveTo>
                  <a:lnTo>
                    <a:pt x="44652" y="0"/>
                  </a:lnTo>
                  <a:lnTo>
                    <a:pt x="44652" y="365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8061200" y="33544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0"/>
                  </a:moveTo>
                  <a:lnTo>
                    <a:pt x="43467" y="0"/>
                  </a:lnTo>
                  <a:lnTo>
                    <a:pt x="43467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8"/>
            <p:cNvSpPr/>
            <p:nvPr/>
          </p:nvSpPr>
          <p:spPr>
            <a:xfrm>
              <a:off x="8095400" y="34388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0"/>
                  </a:moveTo>
                  <a:lnTo>
                    <a:pt x="40579" y="0"/>
                  </a:lnTo>
                  <a:lnTo>
                    <a:pt x="4057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8"/>
            <p:cNvSpPr/>
            <p:nvPr/>
          </p:nvSpPr>
          <p:spPr>
            <a:xfrm>
              <a:off x="8144025" y="3513250"/>
              <a:ext cx="920275" cy="9150"/>
            </a:xfrm>
            <a:custGeom>
              <a:avLst/>
              <a:gdLst/>
              <a:ahLst/>
              <a:cxnLst/>
              <a:rect l="l" t="t" r="r" b="b"/>
              <a:pathLst>
                <a:path w="36811" h="366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66"/>
                  </a:lnTo>
                  <a:lnTo>
                    <a:pt x="1" y="36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8201025" y="3581650"/>
              <a:ext cx="804000" cy="9150"/>
            </a:xfrm>
            <a:custGeom>
              <a:avLst/>
              <a:gdLst/>
              <a:ahLst/>
              <a:cxnLst/>
              <a:rect l="l" t="t" r="r" b="b"/>
              <a:pathLst>
                <a:path w="32160" h="36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8"/>
            <p:cNvSpPr/>
            <p:nvPr/>
          </p:nvSpPr>
          <p:spPr>
            <a:xfrm>
              <a:off x="8270925" y="36432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1"/>
                  </a:moveTo>
                  <a:lnTo>
                    <a:pt x="26536" y="1"/>
                  </a:lnTo>
                  <a:lnTo>
                    <a:pt x="26536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8"/>
            <p:cNvSpPr/>
            <p:nvPr/>
          </p:nvSpPr>
          <p:spPr>
            <a:xfrm>
              <a:off x="8349200" y="36910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0"/>
                  </a:moveTo>
                  <a:lnTo>
                    <a:pt x="20366" y="0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8034600" y="3189550"/>
              <a:ext cx="1140625" cy="9150"/>
            </a:xfrm>
            <a:custGeom>
              <a:avLst/>
              <a:gdLst/>
              <a:ahLst/>
              <a:cxnLst/>
              <a:rect l="l" t="t" r="r" b="b"/>
              <a:pathLst>
                <a:path w="45625" h="366" extrusionOk="0">
                  <a:moveTo>
                    <a:pt x="1" y="0"/>
                  </a:moveTo>
                  <a:lnTo>
                    <a:pt x="45625" y="0"/>
                  </a:lnTo>
                  <a:lnTo>
                    <a:pt x="45625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8"/>
            <p:cNvSpPr/>
            <p:nvPr/>
          </p:nvSpPr>
          <p:spPr>
            <a:xfrm>
              <a:off x="8045250" y="310215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1"/>
                  </a:moveTo>
                  <a:lnTo>
                    <a:pt x="44652" y="1"/>
                  </a:lnTo>
                  <a:lnTo>
                    <a:pt x="44652" y="366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8061200" y="30170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1"/>
                  </a:moveTo>
                  <a:lnTo>
                    <a:pt x="43467" y="1"/>
                  </a:lnTo>
                  <a:lnTo>
                    <a:pt x="43467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8"/>
            <p:cNvSpPr/>
            <p:nvPr/>
          </p:nvSpPr>
          <p:spPr>
            <a:xfrm>
              <a:off x="8095400" y="29327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1"/>
                  </a:moveTo>
                  <a:lnTo>
                    <a:pt x="40579" y="1"/>
                  </a:lnTo>
                  <a:lnTo>
                    <a:pt x="40579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8"/>
            <p:cNvSpPr/>
            <p:nvPr/>
          </p:nvSpPr>
          <p:spPr>
            <a:xfrm>
              <a:off x="8144025" y="2858225"/>
              <a:ext cx="920275" cy="9925"/>
            </a:xfrm>
            <a:custGeom>
              <a:avLst/>
              <a:gdLst/>
              <a:ahLst/>
              <a:cxnLst/>
              <a:rect l="l" t="t" r="r" b="b"/>
              <a:pathLst>
                <a:path w="36811" h="397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8201025" y="2789850"/>
              <a:ext cx="804000" cy="9900"/>
            </a:xfrm>
            <a:custGeom>
              <a:avLst/>
              <a:gdLst/>
              <a:ahLst/>
              <a:cxnLst/>
              <a:rect l="l" t="t" r="r" b="b"/>
              <a:pathLst>
                <a:path w="32160" h="39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8270925" y="27283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0"/>
                  </a:moveTo>
                  <a:lnTo>
                    <a:pt x="26536" y="0"/>
                  </a:lnTo>
                  <a:lnTo>
                    <a:pt x="26536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8349200" y="26811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1"/>
                  </a:moveTo>
                  <a:lnTo>
                    <a:pt x="20366" y="1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43"/>
          <p:cNvGrpSpPr/>
          <p:nvPr/>
        </p:nvGrpSpPr>
        <p:grpSpPr>
          <a:xfrm>
            <a:off x="713100" y="445098"/>
            <a:ext cx="7706069" cy="4253377"/>
            <a:chOff x="2600575" y="-309327"/>
            <a:chExt cx="7706069" cy="4253377"/>
          </a:xfrm>
        </p:grpSpPr>
        <p:sp>
          <p:nvSpPr>
            <p:cNvPr id="564" name="Google Shape;564;p43"/>
            <p:cNvSpPr/>
            <p:nvPr/>
          </p:nvSpPr>
          <p:spPr>
            <a:xfrm>
              <a:off x="2600575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10124844" y="-309327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43"/>
          <p:cNvSpPr/>
          <p:nvPr/>
        </p:nvSpPr>
        <p:spPr>
          <a:xfrm>
            <a:off x="1990050" y="3477980"/>
            <a:ext cx="51639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567" name="Google Shape;567;p43"/>
          <p:cNvSpPr/>
          <p:nvPr/>
        </p:nvSpPr>
        <p:spPr>
          <a:xfrm>
            <a:off x="3810300" y="826025"/>
            <a:ext cx="1523400" cy="1523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3"/>
          <p:cNvSpPr txBox="1">
            <a:spLocks noGrp="1"/>
          </p:cNvSpPr>
          <p:nvPr>
            <p:ph type="title"/>
          </p:nvPr>
        </p:nvSpPr>
        <p:spPr>
          <a:xfrm>
            <a:off x="727356" y="2385547"/>
            <a:ext cx="7689273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Introdução ao CRISP-DM</a:t>
            </a:r>
            <a:endParaRPr sz="4200"/>
          </a:p>
        </p:txBody>
      </p:sp>
      <p:sp>
        <p:nvSpPr>
          <p:cNvPr id="569" name="Google Shape;569;p43"/>
          <p:cNvSpPr txBox="1">
            <a:spLocks noGrp="1"/>
          </p:cNvSpPr>
          <p:nvPr>
            <p:ph type="title" idx="2"/>
          </p:nvPr>
        </p:nvSpPr>
        <p:spPr>
          <a:xfrm>
            <a:off x="3819893" y="1166825"/>
            <a:ext cx="150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0" name="Google Shape;570;p43"/>
          <p:cNvSpPr txBox="1">
            <a:spLocks noGrp="1"/>
          </p:cNvSpPr>
          <p:nvPr>
            <p:ph type="subTitle" idx="1"/>
          </p:nvPr>
        </p:nvSpPr>
        <p:spPr>
          <a:xfrm>
            <a:off x="2811900" y="3532818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Curiosidades sobre o CRISP-DM</a:t>
            </a:r>
            <a:endParaRPr b="1"/>
          </a:p>
        </p:txBody>
      </p:sp>
      <p:sp>
        <p:nvSpPr>
          <p:cNvPr id="571" name="Google Shape;571;p43"/>
          <p:cNvSpPr/>
          <p:nvPr/>
        </p:nvSpPr>
        <p:spPr>
          <a:xfrm>
            <a:off x="7866525" y="4065300"/>
            <a:ext cx="564375" cy="633175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43"/>
          <p:cNvGrpSpPr/>
          <p:nvPr/>
        </p:nvGrpSpPr>
        <p:grpSpPr>
          <a:xfrm>
            <a:off x="2813047" y="3694258"/>
            <a:ext cx="3517907" cy="110589"/>
            <a:chOff x="2600575" y="3762250"/>
            <a:chExt cx="5783178" cy="181800"/>
          </a:xfrm>
        </p:grpSpPr>
        <p:sp>
          <p:nvSpPr>
            <p:cNvPr id="573" name="Google Shape;573;p43"/>
            <p:cNvSpPr/>
            <p:nvPr/>
          </p:nvSpPr>
          <p:spPr>
            <a:xfrm>
              <a:off x="2600575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8201953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0"/>
          <p:cNvSpPr txBox="1">
            <a:spLocks noGrp="1"/>
          </p:cNvSpPr>
          <p:nvPr>
            <p:ph type="subTitle" idx="1"/>
          </p:nvPr>
        </p:nvSpPr>
        <p:spPr>
          <a:xfrm>
            <a:off x="462567" y="1170125"/>
            <a:ext cx="4719034" cy="3471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b="1" u="sng"/>
              <a:t>Vantagens de usar o CRISP-DM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PT" b="1" u="sng"/>
          </a:p>
          <a:p>
            <a:pPr marL="285750" indent="-285750"/>
            <a:r>
              <a:rPr lang="pt-PT" b="1"/>
              <a:t>Fiável e Repetível - </a:t>
            </a:r>
            <a:r>
              <a:rPr lang="pt-PT"/>
              <a:t>Produz resultados consistentes, mesmo com utilizadores menos experientes.</a:t>
            </a:r>
          </a:p>
          <a:p>
            <a:pPr marL="285750" indent="-285750"/>
            <a:r>
              <a:rPr lang="pt-PT" b="1"/>
              <a:t>Facilita a Documentação e Reutilização - </a:t>
            </a:r>
            <a:r>
              <a:rPr lang="pt-PT"/>
              <a:t>Regista boas práticas e permite replicar projetos em diferentes contextos.</a:t>
            </a:r>
            <a:endParaRPr lang="pt-PT" b="1"/>
          </a:p>
          <a:p>
            <a:pPr marL="285750" indent="-285750"/>
            <a:r>
              <a:rPr lang="pt-PT" b="1"/>
              <a:t>Apoia o Planeamento e Gestão - </a:t>
            </a:r>
            <a:r>
              <a:rPr lang="pt-PT"/>
              <a:t>Estrutura clara que ajuda a definir tarefas, recursos e prazos.</a:t>
            </a:r>
            <a:endParaRPr lang="pt-PT" b="1"/>
          </a:p>
          <a:p>
            <a:pPr marL="285750" indent="-285750"/>
            <a:r>
              <a:rPr lang="pt-PT" b="1"/>
              <a:t>Confiança e Autonomia - </a:t>
            </a:r>
            <a:r>
              <a:rPr lang="pt-PT"/>
              <a:t>Dá segurança a novos utilizadores e reduz a dependência de especialistas.</a:t>
            </a:r>
            <a:endParaRPr lang="pt-PT" b="1"/>
          </a:p>
          <a:p>
            <a:pPr marL="285750" indent="-285750"/>
            <a:r>
              <a:rPr lang="pt-PT" b="1"/>
              <a:t>Modelo Reconhecido - </a:t>
            </a:r>
            <a:r>
              <a:rPr lang="pt-PT"/>
              <a:t>Validado por centenas de organizações, reforçando a maturidade da área.</a:t>
            </a:r>
          </a:p>
        </p:txBody>
      </p:sp>
      <p:sp>
        <p:nvSpPr>
          <p:cNvPr id="496" name="Google Shape;496;p40"/>
          <p:cNvSpPr txBox="1">
            <a:spLocks noGrp="1"/>
          </p:cNvSpPr>
          <p:nvPr>
            <p:ph type="title"/>
          </p:nvPr>
        </p:nvSpPr>
        <p:spPr>
          <a:xfrm>
            <a:off x="1477879" y="326487"/>
            <a:ext cx="6829116" cy="5679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>
                <a:solidFill>
                  <a:schemeClr val="dk2"/>
                </a:solidFill>
              </a:rPr>
              <a:t>CRISP-DM (</a:t>
            </a:r>
            <a:r>
              <a:rPr lang="pt-PT">
                <a:solidFill>
                  <a:srgbClr val="E8498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Curiosidades</a:t>
            </a:r>
            <a:r>
              <a:rPr lang="pt-PT">
                <a:solidFill>
                  <a:schemeClr val="dk2"/>
                </a:solidFill>
              </a:rPr>
              <a:t>)</a:t>
            </a:r>
          </a:p>
        </p:txBody>
      </p:sp>
      <p:sp>
        <p:nvSpPr>
          <p:cNvPr id="498" name="Google Shape;498;p40"/>
          <p:cNvSpPr/>
          <p:nvPr/>
        </p:nvSpPr>
        <p:spPr>
          <a:xfrm>
            <a:off x="6333634" y="3212823"/>
            <a:ext cx="1523400" cy="142845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40"/>
          <p:cNvGrpSpPr/>
          <p:nvPr/>
        </p:nvGrpSpPr>
        <p:grpSpPr>
          <a:xfrm>
            <a:off x="6766984" y="3598705"/>
            <a:ext cx="656700" cy="656686"/>
            <a:chOff x="8030050" y="2613550"/>
            <a:chExt cx="1147475" cy="1147450"/>
          </a:xfrm>
        </p:grpSpPr>
        <p:sp>
          <p:nvSpPr>
            <p:cNvPr id="500" name="Google Shape;500;p40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8030050" y="2613550"/>
              <a:ext cx="1147475" cy="1147450"/>
            </a:xfrm>
            <a:custGeom>
              <a:avLst/>
              <a:gdLst/>
              <a:ahLst/>
              <a:cxnLst/>
              <a:rect l="l" t="t" r="r" b="b"/>
              <a:pathLst>
                <a:path w="45899" h="45898" extrusionOk="0">
                  <a:moveTo>
                    <a:pt x="22949" y="45898"/>
                  </a:moveTo>
                  <a:cubicBezTo>
                    <a:pt x="10305" y="45898"/>
                    <a:pt x="1" y="35594"/>
                    <a:pt x="1" y="22949"/>
                  </a:cubicBezTo>
                  <a:cubicBezTo>
                    <a:pt x="1" y="10305"/>
                    <a:pt x="10305" y="1"/>
                    <a:pt x="22949" y="1"/>
                  </a:cubicBezTo>
                  <a:cubicBezTo>
                    <a:pt x="35594" y="1"/>
                    <a:pt x="45898" y="10305"/>
                    <a:pt x="45898" y="22949"/>
                  </a:cubicBezTo>
                  <a:cubicBezTo>
                    <a:pt x="45898" y="35594"/>
                    <a:pt x="35594" y="45898"/>
                    <a:pt x="22949" y="45898"/>
                  </a:cubicBezTo>
                  <a:close/>
                  <a:moveTo>
                    <a:pt x="22949" y="396"/>
                  </a:moveTo>
                  <a:cubicBezTo>
                    <a:pt x="10517" y="396"/>
                    <a:pt x="365" y="10487"/>
                    <a:pt x="365" y="22949"/>
                  </a:cubicBezTo>
                  <a:cubicBezTo>
                    <a:pt x="365" y="35381"/>
                    <a:pt x="10487" y="45533"/>
                    <a:pt x="22949" y="45533"/>
                  </a:cubicBezTo>
                  <a:cubicBezTo>
                    <a:pt x="35381" y="45533"/>
                    <a:pt x="45503" y="35411"/>
                    <a:pt x="45503" y="22949"/>
                  </a:cubicBezTo>
                  <a:cubicBezTo>
                    <a:pt x="45503" y="10517"/>
                    <a:pt x="35412" y="396"/>
                    <a:pt x="2294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8143275" y="2613550"/>
              <a:ext cx="923300" cy="1147450"/>
            </a:xfrm>
            <a:custGeom>
              <a:avLst/>
              <a:gdLst/>
              <a:ahLst/>
              <a:cxnLst/>
              <a:rect l="l" t="t" r="r" b="b"/>
              <a:pathLst>
                <a:path w="36932" h="45898" extrusionOk="0">
                  <a:moveTo>
                    <a:pt x="18451" y="45898"/>
                  </a:moveTo>
                  <a:cubicBezTo>
                    <a:pt x="8268" y="45898"/>
                    <a:pt x="1" y="35594"/>
                    <a:pt x="1" y="22949"/>
                  </a:cubicBezTo>
                  <a:cubicBezTo>
                    <a:pt x="1" y="10305"/>
                    <a:pt x="8268" y="1"/>
                    <a:pt x="18451" y="1"/>
                  </a:cubicBezTo>
                  <a:cubicBezTo>
                    <a:pt x="28633" y="1"/>
                    <a:pt x="36931" y="10305"/>
                    <a:pt x="36931" y="22949"/>
                  </a:cubicBezTo>
                  <a:cubicBezTo>
                    <a:pt x="36931" y="35594"/>
                    <a:pt x="28633" y="45898"/>
                    <a:pt x="18451" y="45898"/>
                  </a:cubicBezTo>
                  <a:close/>
                  <a:moveTo>
                    <a:pt x="18451" y="396"/>
                  </a:moveTo>
                  <a:cubicBezTo>
                    <a:pt x="8481" y="396"/>
                    <a:pt x="365" y="10487"/>
                    <a:pt x="365" y="22949"/>
                  </a:cubicBezTo>
                  <a:cubicBezTo>
                    <a:pt x="365" y="35381"/>
                    <a:pt x="8451" y="45533"/>
                    <a:pt x="18451" y="45533"/>
                  </a:cubicBezTo>
                  <a:cubicBezTo>
                    <a:pt x="28420" y="45533"/>
                    <a:pt x="36536" y="35411"/>
                    <a:pt x="36536" y="22949"/>
                  </a:cubicBezTo>
                  <a:cubicBezTo>
                    <a:pt x="36506" y="10517"/>
                    <a:pt x="28420" y="396"/>
                    <a:pt x="18451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8242825" y="2613550"/>
              <a:ext cx="724950" cy="1147450"/>
            </a:xfrm>
            <a:custGeom>
              <a:avLst/>
              <a:gdLst/>
              <a:ahLst/>
              <a:cxnLst/>
              <a:rect l="l" t="t" r="r" b="b"/>
              <a:pathLst>
                <a:path w="28998" h="45898" extrusionOk="0">
                  <a:moveTo>
                    <a:pt x="14469" y="45898"/>
                  </a:moveTo>
                  <a:cubicBezTo>
                    <a:pt x="6505" y="45898"/>
                    <a:pt x="0" y="35594"/>
                    <a:pt x="0" y="22949"/>
                  </a:cubicBezTo>
                  <a:cubicBezTo>
                    <a:pt x="0" y="10305"/>
                    <a:pt x="6505" y="1"/>
                    <a:pt x="14469" y="1"/>
                  </a:cubicBezTo>
                  <a:cubicBezTo>
                    <a:pt x="22463" y="1"/>
                    <a:pt x="28937" y="10305"/>
                    <a:pt x="28937" y="22949"/>
                  </a:cubicBezTo>
                  <a:cubicBezTo>
                    <a:pt x="28998" y="35594"/>
                    <a:pt x="22493" y="45898"/>
                    <a:pt x="14469" y="45898"/>
                  </a:cubicBezTo>
                  <a:close/>
                  <a:moveTo>
                    <a:pt x="14469" y="396"/>
                  </a:moveTo>
                  <a:cubicBezTo>
                    <a:pt x="6687" y="396"/>
                    <a:pt x="365" y="10487"/>
                    <a:pt x="365" y="22949"/>
                  </a:cubicBezTo>
                  <a:cubicBezTo>
                    <a:pt x="365" y="35381"/>
                    <a:pt x="6687" y="45533"/>
                    <a:pt x="14469" y="45533"/>
                  </a:cubicBezTo>
                  <a:cubicBezTo>
                    <a:pt x="22250" y="45533"/>
                    <a:pt x="28572" y="35411"/>
                    <a:pt x="28572" y="22949"/>
                  </a:cubicBezTo>
                  <a:cubicBezTo>
                    <a:pt x="28603" y="10517"/>
                    <a:pt x="22250" y="396"/>
                    <a:pt x="1446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8327175" y="2613550"/>
              <a:ext cx="558550" cy="1147450"/>
            </a:xfrm>
            <a:custGeom>
              <a:avLst/>
              <a:gdLst/>
              <a:ahLst/>
              <a:cxnLst/>
              <a:rect l="l" t="t" r="r" b="b"/>
              <a:pathLst>
                <a:path w="22342" h="45898" extrusionOk="0">
                  <a:moveTo>
                    <a:pt x="11186" y="45898"/>
                  </a:moveTo>
                  <a:cubicBezTo>
                    <a:pt x="5016" y="45898"/>
                    <a:pt x="0" y="35594"/>
                    <a:pt x="0" y="22949"/>
                  </a:cubicBezTo>
                  <a:cubicBezTo>
                    <a:pt x="0" y="10305"/>
                    <a:pt x="5016" y="1"/>
                    <a:pt x="11186" y="1"/>
                  </a:cubicBezTo>
                  <a:cubicBezTo>
                    <a:pt x="17326" y="1"/>
                    <a:pt x="22341" y="10305"/>
                    <a:pt x="22341" y="22949"/>
                  </a:cubicBezTo>
                  <a:cubicBezTo>
                    <a:pt x="22341" y="35594"/>
                    <a:pt x="17326" y="45898"/>
                    <a:pt x="11186" y="45898"/>
                  </a:cubicBezTo>
                  <a:close/>
                  <a:moveTo>
                    <a:pt x="11186" y="396"/>
                  </a:moveTo>
                  <a:cubicBezTo>
                    <a:pt x="5259" y="396"/>
                    <a:pt x="426" y="10487"/>
                    <a:pt x="426" y="22949"/>
                  </a:cubicBezTo>
                  <a:cubicBezTo>
                    <a:pt x="426" y="35381"/>
                    <a:pt x="5259" y="45533"/>
                    <a:pt x="11186" y="45533"/>
                  </a:cubicBezTo>
                  <a:cubicBezTo>
                    <a:pt x="17113" y="45533"/>
                    <a:pt x="21916" y="35411"/>
                    <a:pt x="21916" y="22949"/>
                  </a:cubicBezTo>
                  <a:cubicBezTo>
                    <a:pt x="21916" y="10517"/>
                    <a:pt x="17113" y="396"/>
                    <a:pt x="11186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8420625" y="2613550"/>
              <a:ext cx="376950" cy="1147450"/>
            </a:xfrm>
            <a:custGeom>
              <a:avLst/>
              <a:gdLst/>
              <a:ahLst/>
              <a:cxnLst/>
              <a:rect l="l" t="t" r="r" b="b"/>
              <a:pathLst>
                <a:path w="15078" h="45898" extrusionOk="0">
                  <a:moveTo>
                    <a:pt x="7509" y="45898"/>
                  </a:moveTo>
                  <a:cubicBezTo>
                    <a:pt x="3284" y="45898"/>
                    <a:pt x="1" y="35837"/>
                    <a:pt x="1" y="22949"/>
                  </a:cubicBezTo>
                  <a:cubicBezTo>
                    <a:pt x="1" y="10061"/>
                    <a:pt x="3284" y="1"/>
                    <a:pt x="7509" y="1"/>
                  </a:cubicBezTo>
                  <a:cubicBezTo>
                    <a:pt x="11734" y="1"/>
                    <a:pt x="15047" y="10061"/>
                    <a:pt x="15047" y="22949"/>
                  </a:cubicBezTo>
                  <a:cubicBezTo>
                    <a:pt x="15077" y="35837"/>
                    <a:pt x="11734" y="45898"/>
                    <a:pt x="7509" y="45898"/>
                  </a:cubicBezTo>
                  <a:close/>
                  <a:moveTo>
                    <a:pt x="7509" y="396"/>
                  </a:moveTo>
                  <a:cubicBezTo>
                    <a:pt x="3557" y="396"/>
                    <a:pt x="366" y="10487"/>
                    <a:pt x="366" y="22949"/>
                  </a:cubicBezTo>
                  <a:cubicBezTo>
                    <a:pt x="366" y="35381"/>
                    <a:pt x="3557" y="45533"/>
                    <a:pt x="7509" y="45533"/>
                  </a:cubicBezTo>
                  <a:cubicBezTo>
                    <a:pt x="11460" y="45533"/>
                    <a:pt x="14652" y="35411"/>
                    <a:pt x="14652" y="22949"/>
                  </a:cubicBezTo>
                  <a:cubicBezTo>
                    <a:pt x="14652" y="10517"/>
                    <a:pt x="11460" y="396"/>
                    <a:pt x="7509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8519425" y="2613550"/>
              <a:ext cx="183925" cy="1147450"/>
            </a:xfrm>
            <a:custGeom>
              <a:avLst/>
              <a:gdLst/>
              <a:ahLst/>
              <a:cxnLst/>
              <a:rect l="l" t="t" r="r" b="b"/>
              <a:pathLst>
                <a:path w="7357" h="45898" extrusionOk="0">
                  <a:moveTo>
                    <a:pt x="3678" y="45898"/>
                  </a:moveTo>
                  <a:cubicBezTo>
                    <a:pt x="1277" y="45898"/>
                    <a:pt x="0" y="34074"/>
                    <a:pt x="0" y="22949"/>
                  </a:cubicBezTo>
                  <a:cubicBezTo>
                    <a:pt x="0" y="11824"/>
                    <a:pt x="1277" y="1"/>
                    <a:pt x="3678" y="1"/>
                  </a:cubicBezTo>
                  <a:cubicBezTo>
                    <a:pt x="6080" y="1"/>
                    <a:pt x="7356" y="11824"/>
                    <a:pt x="7356" y="22949"/>
                  </a:cubicBezTo>
                  <a:cubicBezTo>
                    <a:pt x="7356" y="34074"/>
                    <a:pt x="6019" y="45898"/>
                    <a:pt x="3678" y="45898"/>
                  </a:cubicBezTo>
                  <a:close/>
                  <a:moveTo>
                    <a:pt x="3678" y="396"/>
                  </a:moveTo>
                  <a:cubicBezTo>
                    <a:pt x="2128" y="396"/>
                    <a:pt x="396" y="9666"/>
                    <a:pt x="396" y="22949"/>
                  </a:cubicBezTo>
                  <a:cubicBezTo>
                    <a:pt x="396" y="36262"/>
                    <a:pt x="2158" y="45533"/>
                    <a:pt x="3678" y="45533"/>
                  </a:cubicBezTo>
                  <a:cubicBezTo>
                    <a:pt x="5198" y="45533"/>
                    <a:pt x="6931" y="36262"/>
                    <a:pt x="6931" y="22949"/>
                  </a:cubicBezTo>
                  <a:cubicBezTo>
                    <a:pt x="6931" y="9666"/>
                    <a:pt x="5198" y="396"/>
                    <a:pt x="3678" y="396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8599200" y="2618100"/>
              <a:ext cx="9150" cy="1138350"/>
            </a:xfrm>
            <a:custGeom>
              <a:avLst/>
              <a:gdLst/>
              <a:ahLst/>
              <a:cxnLst/>
              <a:rect l="l" t="t" r="r" b="b"/>
              <a:pathLst>
                <a:path w="366" h="45534" extrusionOk="0">
                  <a:moveTo>
                    <a:pt x="1" y="1"/>
                  </a:moveTo>
                  <a:lnTo>
                    <a:pt x="366" y="1"/>
                  </a:lnTo>
                  <a:lnTo>
                    <a:pt x="366" y="45533"/>
                  </a:lnTo>
                  <a:lnTo>
                    <a:pt x="1" y="45533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8045250" y="327010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0"/>
                  </a:moveTo>
                  <a:lnTo>
                    <a:pt x="44652" y="0"/>
                  </a:lnTo>
                  <a:lnTo>
                    <a:pt x="44652" y="365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8061200" y="33544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0"/>
                  </a:moveTo>
                  <a:lnTo>
                    <a:pt x="43467" y="0"/>
                  </a:lnTo>
                  <a:lnTo>
                    <a:pt x="43467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8095400" y="34388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0"/>
                  </a:moveTo>
                  <a:lnTo>
                    <a:pt x="40579" y="0"/>
                  </a:lnTo>
                  <a:lnTo>
                    <a:pt x="4057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8144025" y="3513250"/>
              <a:ext cx="920275" cy="9150"/>
            </a:xfrm>
            <a:custGeom>
              <a:avLst/>
              <a:gdLst/>
              <a:ahLst/>
              <a:cxnLst/>
              <a:rect l="l" t="t" r="r" b="b"/>
              <a:pathLst>
                <a:path w="36811" h="366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66"/>
                  </a:lnTo>
                  <a:lnTo>
                    <a:pt x="1" y="36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8201025" y="3581650"/>
              <a:ext cx="804000" cy="9150"/>
            </a:xfrm>
            <a:custGeom>
              <a:avLst/>
              <a:gdLst/>
              <a:ahLst/>
              <a:cxnLst/>
              <a:rect l="l" t="t" r="r" b="b"/>
              <a:pathLst>
                <a:path w="32160" h="36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8270925" y="36432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1"/>
                  </a:moveTo>
                  <a:lnTo>
                    <a:pt x="26536" y="1"/>
                  </a:lnTo>
                  <a:lnTo>
                    <a:pt x="26536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8349200" y="36910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0"/>
                  </a:moveTo>
                  <a:lnTo>
                    <a:pt x="20366" y="0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8034600" y="3189550"/>
              <a:ext cx="1140625" cy="9150"/>
            </a:xfrm>
            <a:custGeom>
              <a:avLst/>
              <a:gdLst/>
              <a:ahLst/>
              <a:cxnLst/>
              <a:rect l="l" t="t" r="r" b="b"/>
              <a:pathLst>
                <a:path w="45625" h="366" extrusionOk="0">
                  <a:moveTo>
                    <a:pt x="1" y="0"/>
                  </a:moveTo>
                  <a:lnTo>
                    <a:pt x="45625" y="0"/>
                  </a:lnTo>
                  <a:lnTo>
                    <a:pt x="45625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8045250" y="3102150"/>
              <a:ext cx="1116300" cy="9150"/>
            </a:xfrm>
            <a:custGeom>
              <a:avLst/>
              <a:gdLst/>
              <a:ahLst/>
              <a:cxnLst/>
              <a:rect l="l" t="t" r="r" b="b"/>
              <a:pathLst>
                <a:path w="44652" h="366" extrusionOk="0">
                  <a:moveTo>
                    <a:pt x="0" y="1"/>
                  </a:moveTo>
                  <a:lnTo>
                    <a:pt x="44652" y="1"/>
                  </a:lnTo>
                  <a:lnTo>
                    <a:pt x="44652" y="366"/>
                  </a:lnTo>
                  <a:lnTo>
                    <a:pt x="0" y="36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8061200" y="3017050"/>
              <a:ext cx="1086675" cy="9900"/>
            </a:xfrm>
            <a:custGeom>
              <a:avLst/>
              <a:gdLst/>
              <a:ahLst/>
              <a:cxnLst/>
              <a:rect l="l" t="t" r="r" b="b"/>
              <a:pathLst>
                <a:path w="43467" h="396" extrusionOk="0">
                  <a:moveTo>
                    <a:pt x="1" y="1"/>
                  </a:moveTo>
                  <a:lnTo>
                    <a:pt x="43467" y="1"/>
                  </a:lnTo>
                  <a:lnTo>
                    <a:pt x="43467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8095400" y="2932700"/>
              <a:ext cx="1014475" cy="9900"/>
            </a:xfrm>
            <a:custGeom>
              <a:avLst/>
              <a:gdLst/>
              <a:ahLst/>
              <a:cxnLst/>
              <a:rect l="l" t="t" r="r" b="b"/>
              <a:pathLst>
                <a:path w="40579" h="396" extrusionOk="0">
                  <a:moveTo>
                    <a:pt x="1" y="1"/>
                  </a:moveTo>
                  <a:lnTo>
                    <a:pt x="40579" y="1"/>
                  </a:lnTo>
                  <a:lnTo>
                    <a:pt x="40579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8144025" y="2858225"/>
              <a:ext cx="920275" cy="9925"/>
            </a:xfrm>
            <a:custGeom>
              <a:avLst/>
              <a:gdLst/>
              <a:ahLst/>
              <a:cxnLst/>
              <a:rect l="l" t="t" r="r" b="b"/>
              <a:pathLst>
                <a:path w="36811" h="397" extrusionOk="0">
                  <a:moveTo>
                    <a:pt x="1" y="1"/>
                  </a:moveTo>
                  <a:lnTo>
                    <a:pt x="36810" y="1"/>
                  </a:lnTo>
                  <a:lnTo>
                    <a:pt x="36810" y="396"/>
                  </a:lnTo>
                  <a:lnTo>
                    <a:pt x="1" y="396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8201025" y="2789850"/>
              <a:ext cx="804000" cy="9900"/>
            </a:xfrm>
            <a:custGeom>
              <a:avLst/>
              <a:gdLst/>
              <a:ahLst/>
              <a:cxnLst/>
              <a:rect l="l" t="t" r="r" b="b"/>
              <a:pathLst>
                <a:path w="32160" h="396" extrusionOk="0">
                  <a:moveTo>
                    <a:pt x="1" y="0"/>
                  </a:moveTo>
                  <a:lnTo>
                    <a:pt x="32159" y="0"/>
                  </a:lnTo>
                  <a:lnTo>
                    <a:pt x="32159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8270925" y="2728300"/>
              <a:ext cx="663425" cy="9900"/>
            </a:xfrm>
            <a:custGeom>
              <a:avLst/>
              <a:gdLst/>
              <a:ahLst/>
              <a:cxnLst/>
              <a:rect l="l" t="t" r="r" b="b"/>
              <a:pathLst>
                <a:path w="26537" h="396" extrusionOk="0">
                  <a:moveTo>
                    <a:pt x="1" y="0"/>
                  </a:moveTo>
                  <a:lnTo>
                    <a:pt x="26536" y="0"/>
                  </a:lnTo>
                  <a:lnTo>
                    <a:pt x="26536" y="395"/>
                  </a:lnTo>
                  <a:lnTo>
                    <a:pt x="1" y="39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8349200" y="2681175"/>
              <a:ext cx="509150" cy="9150"/>
            </a:xfrm>
            <a:custGeom>
              <a:avLst/>
              <a:gdLst/>
              <a:ahLst/>
              <a:cxnLst/>
              <a:rect l="l" t="t" r="r" b="b"/>
              <a:pathLst>
                <a:path w="20366" h="366" extrusionOk="0">
                  <a:moveTo>
                    <a:pt x="1" y="1"/>
                  </a:moveTo>
                  <a:lnTo>
                    <a:pt x="20366" y="1"/>
                  </a:lnTo>
                  <a:lnTo>
                    <a:pt x="20366" y="365"/>
                  </a:lnTo>
                  <a:lnTo>
                    <a:pt x="1" y="365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95;p40">
            <a:extLst>
              <a:ext uri="{FF2B5EF4-FFF2-40B4-BE49-F238E27FC236}">
                <a16:creationId xmlns:a16="http://schemas.microsoft.com/office/drawing/2014/main" id="{D27B5B79-E2B4-29DB-9358-DB8CC5CDE30C}"/>
              </a:ext>
            </a:extLst>
          </p:cNvPr>
          <p:cNvSpPr txBox="1">
            <a:spLocks/>
          </p:cNvSpPr>
          <p:nvPr/>
        </p:nvSpPr>
        <p:spPr>
          <a:xfrm>
            <a:off x="5292438" y="1170124"/>
            <a:ext cx="3442853" cy="2101540"/>
          </a:xfrm>
          <a:prstGeom prst="rect">
            <a:avLst/>
          </a:prstGeom>
          <a:noFill/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>
              <a:buFont typeface="Assistant"/>
              <a:buNone/>
            </a:pPr>
            <a:r>
              <a:rPr lang="pt-PT" b="1" u="sng"/>
              <a:t>Breve história do CRISP-DM</a:t>
            </a:r>
          </a:p>
          <a:p>
            <a:pPr marL="0" indent="0" algn="ctr">
              <a:buFont typeface="Assistant"/>
              <a:buNone/>
            </a:pPr>
            <a:endParaRPr lang="pt-PT" b="1" u="sng"/>
          </a:p>
          <a:p>
            <a:pPr marL="285750" indent="-285750"/>
            <a:r>
              <a:rPr lang="pt-PT"/>
              <a:t>Iniciado em </a:t>
            </a:r>
            <a:r>
              <a:rPr lang="pt-PT" b="1"/>
              <a:t>1996</a:t>
            </a:r>
            <a:r>
              <a:rPr lang="pt-PT"/>
              <a:t> por </a:t>
            </a:r>
            <a:r>
              <a:rPr lang="pt-PT" err="1"/>
              <a:t>Daimler</a:t>
            </a:r>
            <a:r>
              <a:rPr lang="pt-PT"/>
              <a:t>-Benz, OHRA e a IBM</a:t>
            </a:r>
          </a:p>
          <a:p>
            <a:pPr marL="285750" indent="-285750"/>
            <a:r>
              <a:rPr lang="pt-PT"/>
              <a:t>Desenvolvido em workshops entre </a:t>
            </a:r>
            <a:r>
              <a:rPr lang="pt-PT" b="1"/>
              <a:t>1997</a:t>
            </a:r>
            <a:r>
              <a:rPr lang="pt-PT"/>
              <a:t> e </a:t>
            </a:r>
            <a:r>
              <a:rPr lang="pt-PT" b="1"/>
              <a:t>1999</a:t>
            </a:r>
          </a:p>
          <a:p>
            <a:pPr marL="285750" indent="-285750"/>
            <a:r>
              <a:rPr lang="pt-PT"/>
              <a:t>Mais de 300 organizações contribuíram</a:t>
            </a:r>
          </a:p>
          <a:p>
            <a:pPr marL="285750" indent="-285750"/>
            <a:r>
              <a:rPr lang="pt-PT"/>
              <a:t>Versão 1.0 publicada oficialmente em </a:t>
            </a:r>
            <a:r>
              <a:rPr lang="pt-PT" b="1"/>
              <a:t>1999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112496B-E416-4212-FE2D-BC47B0C4B716}"/>
              </a:ext>
            </a:extLst>
          </p:cNvPr>
          <p:cNvCxnSpPr>
            <a:cxnSpLocks/>
          </p:cNvCxnSpPr>
          <p:nvPr/>
        </p:nvCxnSpPr>
        <p:spPr>
          <a:xfrm>
            <a:off x="5230092" y="962891"/>
            <a:ext cx="0" cy="3927764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8F32BA3-2F05-8BE9-C488-CE75C41C24DD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6E3499-DF8E-2FF1-4075-FC72A5968562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7"/>
          <p:cNvSpPr txBox="1">
            <a:spLocks noGrp="1"/>
          </p:cNvSpPr>
          <p:nvPr>
            <p:ph type="title"/>
          </p:nvPr>
        </p:nvSpPr>
        <p:spPr>
          <a:xfrm>
            <a:off x="1330036" y="311834"/>
            <a:ext cx="7384473" cy="630274"/>
          </a:xfrm>
          <a:prstGeom prst="rect">
            <a:avLst/>
          </a:prstGeom>
        </p:spPr>
        <p:txBody>
          <a:bodyPr spcFirstLastPara="1" wrap="square" lIns="91425" tIns="91425" rIns="36575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/>
              <a:t>CRISP-DM </a:t>
            </a:r>
            <a:r>
              <a:rPr lang="pt-PT">
                <a:solidFill>
                  <a:srgbClr val="E84987"/>
                </a:solidFill>
              </a:rPr>
              <a:t>(</a:t>
            </a:r>
            <a:r>
              <a:rPr lang="en">
                <a:solidFill>
                  <a:srgbClr val="E8498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Trends</a:t>
            </a:r>
            <a:r>
              <a:rPr lang="en">
                <a:solidFill>
                  <a:srgbClr val="E84987"/>
                </a:solidFill>
              </a:rPr>
              <a:t>)</a:t>
            </a:r>
            <a:endParaRPr>
              <a:solidFill>
                <a:srgbClr val="E84987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F92B1CC-E13C-2EC8-07C3-14921B74DC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487277"/>
              </p:ext>
            </p:extLst>
          </p:nvPr>
        </p:nvGraphicFramePr>
        <p:xfrm>
          <a:off x="325581" y="1032164"/>
          <a:ext cx="8555183" cy="3865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0"/>
          <p:cNvSpPr/>
          <p:nvPr/>
        </p:nvSpPr>
        <p:spPr>
          <a:xfrm>
            <a:off x="3844502" y="2869800"/>
            <a:ext cx="41061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679" name="Google Shape;679;p50"/>
          <p:cNvSpPr/>
          <p:nvPr/>
        </p:nvSpPr>
        <p:spPr>
          <a:xfrm>
            <a:off x="830823" y="1469898"/>
            <a:ext cx="2209500" cy="2209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50"/>
          <p:cNvSpPr txBox="1">
            <a:spLocks noGrp="1"/>
          </p:cNvSpPr>
          <p:nvPr>
            <p:ph type="title"/>
          </p:nvPr>
        </p:nvSpPr>
        <p:spPr>
          <a:xfrm>
            <a:off x="3165763" y="1754650"/>
            <a:ext cx="5514109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Passos do CRISP-DM</a:t>
            </a:r>
            <a:endParaRPr sz="3200"/>
          </a:p>
        </p:txBody>
      </p:sp>
      <p:sp>
        <p:nvSpPr>
          <p:cNvPr id="681" name="Google Shape;681;p50"/>
          <p:cNvSpPr txBox="1">
            <a:spLocks noGrp="1"/>
          </p:cNvSpPr>
          <p:nvPr>
            <p:ph type="title" idx="2"/>
          </p:nvPr>
        </p:nvSpPr>
        <p:spPr>
          <a:xfrm>
            <a:off x="830823" y="1711248"/>
            <a:ext cx="2209500" cy="17268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82" name="Google Shape;682;p50"/>
          <p:cNvSpPr txBox="1">
            <a:spLocks noGrp="1"/>
          </p:cNvSpPr>
          <p:nvPr>
            <p:ph type="subTitle" idx="1"/>
          </p:nvPr>
        </p:nvSpPr>
        <p:spPr>
          <a:xfrm>
            <a:off x="4137452" y="2924643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 CRISP-DM é composto por que passos?</a:t>
            </a:r>
            <a:endParaRPr b="1"/>
          </a:p>
        </p:txBody>
      </p:sp>
      <p:sp>
        <p:nvSpPr>
          <p:cNvPr id="683" name="Google Shape;683;p50"/>
          <p:cNvSpPr/>
          <p:nvPr/>
        </p:nvSpPr>
        <p:spPr>
          <a:xfrm>
            <a:off x="7866525" y="4065300"/>
            <a:ext cx="564375" cy="633175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4" name="Google Shape;684;p50"/>
          <p:cNvGrpSpPr/>
          <p:nvPr/>
        </p:nvGrpSpPr>
        <p:grpSpPr>
          <a:xfrm>
            <a:off x="713100" y="445025"/>
            <a:ext cx="7717800" cy="4250650"/>
            <a:chOff x="713100" y="445025"/>
            <a:chExt cx="7717800" cy="4250650"/>
          </a:xfrm>
        </p:grpSpPr>
        <p:sp>
          <p:nvSpPr>
            <p:cNvPr id="685" name="Google Shape;685;p50"/>
            <p:cNvSpPr/>
            <p:nvPr/>
          </p:nvSpPr>
          <p:spPr>
            <a:xfrm>
              <a:off x="713100" y="45876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50"/>
            <p:cNvSpPr/>
            <p:nvPr/>
          </p:nvSpPr>
          <p:spPr>
            <a:xfrm>
              <a:off x="8322900" y="44502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50"/>
          <p:cNvGrpSpPr/>
          <p:nvPr/>
        </p:nvGrpSpPr>
        <p:grpSpPr>
          <a:xfrm>
            <a:off x="4138598" y="3084658"/>
            <a:ext cx="3517907" cy="110589"/>
            <a:chOff x="2600575" y="3762250"/>
            <a:chExt cx="5783178" cy="181800"/>
          </a:xfrm>
        </p:grpSpPr>
        <p:sp>
          <p:nvSpPr>
            <p:cNvPr id="688" name="Google Shape;688;p50"/>
            <p:cNvSpPr/>
            <p:nvPr/>
          </p:nvSpPr>
          <p:spPr>
            <a:xfrm>
              <a:off x="2600575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50"/>
            <p:cNvSpPr/>
            <p:nvPr/>
          </p:nvSpPr>
          <p:spPr>
            <a:xfrm>
              <a:off x="8201953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7AA003F0-7EAE-7F4F-F759-0A4D58FB9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5898" y="933391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>
            <a:spLocks noGrp="1"/>
          </p:cNvSpPr>
          <p:nvPr>
            <p:ph type="title"/>
          </p:nvPr>
        </p:nvSpPr>
        <p:spPr>
          <a:xfrm>
            <a:off x="936939" y="368745"/>
            <a:ext cx="3635057" cy="10338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2"/>
                </a:solidFill>
              </a:rPr>
              <a:t>Business </a:t>
            </a:r>
            <a:r>
              <a:rPr lang="en" sz="3200">
                <a:solidFill>
                  <a:schemeClr val="dk2"/>
                </a:solidFill>
              </a:rPr>
              <a:t>Understanding</a:t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553" name="Google Shape;553;p42"/>
          <p:cNvSpPr txBox="1">
            <a:spLocks noGrp="1"/>
          </p:cNvSpPr>
          <p:nvPr>
            <p:ph type="subTitle" idx="1"/>
          </p:nvPr>
        </p:nvSpPr>
        <p:spPr>
          <a:xfrm>
            <a:off x="787051" y="1445851"/>
            <a:ext cx="3967847" cy="27908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Definir Objetivos de Negócio - </a:t>
            </a:r>
            <a:r>
              <a:rPr lang="pt-PT" sz="1100"/>
              <a:t>Compreender o que se pretende alcançar e evitar resolver o problema errado.</a:t>
            </a: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Avaliar a Situação - </a:t>
            </a:r>
            <a:r>
              <a:rPr lang="pt-PT" sz="1100"/>
              <a:t>Levantar recursos disponíveis, restrições, riscos e suposições.</a:t>
            </a: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Traduzir para Objetivos de Data </a:t>
            </a:r>
            <a:r>
              <a:rPr lang="pt-PT" sz="1100" b="1" err="1"/>
              <a:t>Mining</a:t>
            </a:r>
            <a:r>
              <a:rPr lang="pt-PT" sz="1100" b="1"/>
              <a:t> - </a:t>
            </a:r>
            <a:r>
              <a:rPr lang="pt-PT" sz="1100"/>
              <a:t>Converter os objetivos de negócio em metas técnicas de análise.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 b="1" i="1"/>
              <a:t>Exemplo</a:t>
            </a:r>
            <a:r>
              <a:rPr lang="pt-PT" sz="1100" b="1"/>
              <a:t>: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pt-PT" sz="1100" b="1"/>
              <a:t>Negócio: </a:t>
            </a:r>
            <a:r>
              <a:rPr lang="pt-PT" sz="1100"/>
              <a:t>Aumentar vendas</a:t>
            </a:r>
          </a:p>
          <a:p>
            <a:pPr marL="1085850" lvl="2" indent="-171450" algn="l">
              <a:buFont typeface="Arial" panose="020B0604020202020204" pitchFamily="34" charset="0"/>
              <a:buChar char="•"/>
            </a:pPr>
            <a:r>
              <a:rPr lang="pt-PT" sz="1100" b="1"/>
              <a:t>Data </a:t>
            </a:r>
            <a:r>
              <a:rPr lang="pt-PT" sz="1100" b="1" err="1"/>
              <a:t>Mining</a:t>
            </a:r>
            <a:r>
              <a:rPr lang="pt-PT" sz="1100" b="1"/>
              <a:t>: </a:t>
            </a:r>
            <a:r>
              <a:rPr lang="pt-PT" sz="1100"/>
              <a:t>Prever número de compras com base no histórico e perfil do cliente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Estabelecer Critérios de Sucesso - </a:t>
            </a:r>
            <a:r>
              <a:rPr lang="pt-PT" sz="1100"/>
              <a:t>Definir métricas claras que avaliem o cumprimento dos objetivos.</a:t>
            </a: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Elaborar o Plano de Projeto - </a:t>
            </a:r>
            <a:r>
              <a:rPr lang="pt-PT" sz="1100"/>
              <a:t>Planeamento das atividades, prazos, ferramentas e recursos.</a:t>
            </a:r>
            <a:endParaRPr sz="1100"/>
          </a:p>
        </p:txBody>
      </p:sp>
      <p:sp>
        <p:nvSpPr>
          <p:cNvPr id="557" name="Google Shape;557;p42"/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BCABAE-3A31-9908-8194-938E67525581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/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1C3551D-B41A-8ADF-EE2D-B7D855988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A06139-E70A-DEB0-EBEC-D4BF58F2BA40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989225CF-5B0A-E06B-72BE-556BD107389E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7E171B-0E6D-8E6F-24DE-DFFAE8309CCA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2677EF9E-75FC-F7B6-943E-021A9D730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920" y="933391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242DAA55-A81D-EAC7-E5EE-519900962CAC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Compreender os objetivos e requisitos do projeto do ponto de vista do negócio, e traduzi-los num problema de Data </a:t>
            </a:r>
            <a:r>
              <a:rPr lang="pt-PT" sz="900" b="1" err="1"/>
              <a:t>Mining</a:t>
            </a:r>
            <a:r>
              <a:rPr lang="pt-PT" sz="900" b="1"/>
              <a:t> com um plano preliminar para o resolver.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187C64-627A-23B9-CA77-F96E6A6E4DAA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F60869-7844-64FB-F5F7-2857F562E263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683;p50">
            <a:extLst>
              <a:ext uri="{FF2B5EF4-FFF2-40B4-BE49-F238E27FC236}">
                <a16:creationId xmlns:a16="http://schemas.microsoft.com/office/drawing/2014/main" id="{7A7EFCF0-92C2-6523-56BB-12F26BAC932C}"/>
              </a:ext>
            </a:extLst>
          </p:cNvPr>
          <p:cNvSpPr/>
          <p:nvPr/>
        </p:nvSpPr>
        <p:spPr>
          <a:xfrm>
            <a:off x="9283845" y="4065300"/>
            <a:ext cx="564375" cy="633175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>
            <a:hlinkClick r:id="rId5"/>
            <a:extLst>
              <a:ext uri="{FF2B5EF4-FFF2-40B4-BE49-F238E27FC236}">
                <a16:creationId xmlns:a16="http://schemas.microsoft.com/office/drawing/2014/main" id="{ECF4554B-AE41-56BF-3D02-7EF647C83FF0}"/>
              </a:ext>
            </a:extLst>
          </p:cNvPr>
          <p:cNvSpPr txBox="1"/>
          <p:nvPr/>
        </p:nvSpPr>
        <p:spPr>
          <a:xfrm>
            <a:off x="868850" y="4484786"/>
            <a:ext cx="3804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err="1">
                <a:solidFill>
                  <a:srgbClr val="E84987"/>
                </a:solidFill>
              </a:rPr>
              <a:t>Relatório</a:t>
            </a:r>
            <a:r>
              <a:rPr lang="en-US" b="1" u="sng">
                <a:solidFill>
                  <a:srgbClr val="E84987"/>
                </a:solidFill>
              </a:rPr>
              <a:t> </a:t>
            </a:r>
            <a:r>
              <a:rPr lang="en-US" b="1" u="sng" err="1">
                <a:solidFill>
                  <a:srgbClr val="E84987"/>
                </a:solidFill>
              </a:rPr>
              <a:t>exemplo</a:t>
            </a:r>
            <a:r>
              <a:rPr lang="en-US" b="1" u="sng">
                <a:solidFill>
                  <a:srgbClr val="E84987"/>
                </a:solidFill>
              </a:rPr>
              <a:t> que segue o CRISP-DM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ABC6D0-BDB8-9E73-0D05-5B0D985B54B0}"/>
              </a:ext>
            </a:extLst>
          </p:cNvPr>
          <p:cNvCxnSpPr>
            <a:cxnSpLocks/>
          </p:cNvCxnSpPr>
          <p:nvPr/>
        </p:nvCxnSpPr>
        <p:spPr>
          <a:xfrm>
            <a:off x="723900" y="4410756"/>
            <a:ext cx="4076700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DF443892-9093-7048-593E-61E6FDC7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68B5EEF2-D9BB-F31A-8E1B-A1191C897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6939" y="368745"/>
            <a:ext cx="3635057" cy="10338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2"/>
                </a:solidFill>
              </a:rPr>
              <a:t>Data </a:t>
            </a:r>
            <a:r>
              <a:rPr lang="en" sz="3200">
                <a:solidFill>
                  <a:schemeClr val="dk2"/>
                </a:solidFill>
              </a:rPr>
              <a:t>Understanding</a:t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64697D58-E389-752E-8BF5-94979E9189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1445851"/>
            <a:ext cx="3967847" cy="33553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Recolher os Dados Iniciais - </a:t>
            </a:r>
            <a:r>
              <a:rPr lang="pt-PT" sz="1100"/>
              <a:t>Obter e integrar os dados relevantes disponíveis para o projeto.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Descrever os Dados - </a:t>
            </a:r>
            <a:r>
              <a:rPr lang="pt-PT" sz="1100"/>
              <a:t>Analisar propriedades básicas (tipos, formatos, volume, distribuição, etc.).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Explorar os Dados - </a:t>
            </a:r>
            <a:r>
              <a:rPr lang="pt-PT" sz="1100"/>
              <a:t>Utilizar </a:t>
            </a:r>
            <a:r>
              <a:rPr lang="pt-PT" sz="1100" i="1" err="1"/>
              <a:t>queries</a:t>
            </a:r>
            <a:r>
              <a:rPr lang="pt-PT" sz="1100"/>
              <a:t>, visualizações e estatísticas simples para identificar padrões, relações e subgrupos relevantes.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Verificar a Qualidade dos Dados - </a:t>
            </a:r>
            <a:r>
              <a:rPr lang="pt-PT" sz="1100"/>
              <a:t>Avaliar se os dados estão completos, corretos e coerentes (ex.: valores em falta, inconsistências).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Identificar </a:t>
            </a:r>
            <a:r>
              <a:rPr lang="pt-PT" sz="1100" b="1" i="1" err="1"/>
              <a:t>Outliers</a:t>
            </a:r>
            <a:r>
              <a:rPr lang="pt-PT" sz="1100" b="1"/>
              <a:t> e Problemas - </a:t>
            </a:r>
            <a:r>
              <a:rPr lang="pt-PT" sz="1100"/>
              <a:t>Detetar anomalias ou pontos fora do padrão que possam afetar a análise.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68CFC323-D779-D9B9-8E79-E7307A870440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2EB8369-5A32-A924-6436-DCD24165A853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6759E768-3A54-7CE2-D021-8285D90BA878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61B15F-573A-9AB3-B88D-B48177539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439699-435D-9CC2-BE69-C117A584D5F2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6C1BA521-2128-F67D-56D6-1667642235BF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4D019E-5231-2F24-8B48-547737E10782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D0CA8C64-0400-7536-AC26-557416708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397" y="933391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359E4DB0-5D14-738A-489D-E48D59CBC783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Familiarizar-se com os dados disponíveis, avaliando a sua qualidade e estrutura, de forma a obter os primeiros insights e preparar futuras etapas do processo analítico.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F7BA04-6685-85BF-8F0E-64C8C750A439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9CDA18-EF40-99B5-E8DD-F1E56E998FFA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185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6122CAB6-8449-BA37-3310-219CDDA13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FF218026-80FA-40D5-0CA4-07B196412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6939" y="368745"/>
            <a:ext cx="3635057" cy="10338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2"/>
                </a:solidFill>
              </a:rPr>
              <a:t>Data </a:t>
            </a:r>
            <a:r>
              <a:rPr lang="en" sz="3200">
                <a:solidFill>
                  <a:schemeClr val="dk2"/>
                </a:solidFill>
              </a:rPr>
              <a:t>Preparation</a:t>
            </a:r>
            <a:endParaRPr sz="3200">
              <a:solidFill>
                <a:schemeClr val="dk2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0E5EFADD-3C0D-8767-CA4D-42133FD825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1445851"/>
            <a:ext cx="3967847" cy="335539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Seleção de Dados - </a:t>
            </a:r>
            <a:r>
              <a:rPr lang="pt-PT" sz="1100"/>
              <a:t>Escolher os atributos e registos mais relevantes para os objetivos de análise.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Limpeza de Dados - </a:t>
            </a:r>
            <a:r>
              <a:rPr lang="pt-PT" sz="1100"/>
              <a:t>Corrigir ou remover erros, valores em falta, duplicados e inconsistências.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Criação de Variáveis - </a:t>
            </a:r>
            <a:r>
              <a:rPr lang="pt-PT" sz="1100"/>
              <a:t>Gerar novas variáveis a partir dos dados existentes </a:t>
            </a:r>
            <a:r>
              <a:rPr lang="pt-PT" sz="1100" i="1"/>
              <a:t>(</a:t>
            </a:r>
            <a:r>
              <a:rPr lang="pt-PT" sz="1100" i="1" err="1"/>
              <a:t>feature</a:t>
            </a:r>
            <a:r>
              <a:rPr lang="pt-PT" sz="1100" i="1"/>
              <a:t> </a:t>
            </a:r>
            <a:r>
              <a:rPr lang="pt-PT" sz="1100" i="1" err="1"/>
              <a:t>engineering</a:t>
            </a:r>
            <a:r>
              <a:rPr lang="pt-PT" sz="1100" i="1"/>
              <a:t>)</a:t>
            </a:r>
            <a:r>
              <a:rPr lang="pt-PT" sz="110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Integração de Dados - </a:t>
            </a:r>
            <a:r>
              <a:rPr lang="pt-PT" sz="1100"/>
              <a:t>Combinar dados de diferentes fontes, se necessário.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Formatação dos Dados - </a:t>
            </a:r>
            <a:r>
              <a:rPr lang="pt-PT" sz="1100"/>
              <a:t>Ajustar os dados ao formato exigido pelas ferramentas de modelação (ex.: normalização, codificação de variáveis categóricas).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B27F8FFD-16AF-5EAD-373B-645725F2B8A3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EB0D8A-D157-58D1-AC11-6BB33B051F2C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08BE33A4-C793-5A1E-B36B-F99C6148830A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3AA5D91-FE9A-3138-D293-29B214ED0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EB735C-2651-E85A-030C-28475E70376D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95F84F34-C0A4-E093-0724-20D424814F8A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1654AD-595F-343F-F47A-9DB6C23AD957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12DBA95B-3EEB-5130-AE09-AAFDCDD0B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15" y="1445851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AA4F858F-1DEB-DEF2-375F-CC1B39D19083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Selecionar, limpar, transformar e formatar os dados de forma adequada para as técnicas de modelação, garantindo a qualidade e a relevância da informação usada.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6C1492-8AB3-AE61-2A77-85D7A44B1C67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9F0F57-C2A4-F935-7F94-C6C00DAAEBAE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879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66687C91-6572-E966-04B0-DBEBE156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492AF42-E209-1FA6-B3F6-21D1AA0B0066}"/>
              </a:ext>
            </a:extLst>
          </p:cNvPr>
          <p:cNvSpPr/>
          <p:nvPr/>
        </p:nvSpPr>
        <p:spPr>
          <a:xfrm>
            <a:off x="768350" y="250247"/>
            <a:ext cx="300323" cy="464040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FB0BF596-6B0D-3DA4-E609-D834C03A5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1397" y="347425"/>
            <a:ext cx="2359154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</a:t>
            </a:r>
            <a:r>
              <a:rPr lang="en" sz="3200">
                <a:solidFill>
                  <a:srgbClr val="E84987"/>
                </a:solidFill>
              </a:rPr>
              <a:t>ling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05A9D307-046B-D068-29BB-C6CE91ED048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1049024"/>
            <a:ext cx="3967847" cy="366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Escolha da Técnica de Modelação  - </a:t>
            </a:r>
            <a:r>
              <a:rPr lang="pt-PT" sz="1100"/>
              <a:t>Selecionar o algoritmo mais apropriado (ex.: árvores de decisão, redes neurais) conforme os objetivos do projeto.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Definir Estratégia de Testes - </a:t>
            </a:r>
            <a:r>
              <a:rPr lang="pt-PT" sz="1100"/>
              <a:t>Determinar como será avaliada a qualidade do modelo (ex.: divisão em treino/teste, validação cruzada, métricas de erro).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Construção do Modelo - </a:t>
            </a:r>
            <a:r>
              <a:rPr lang="pt-PT" sz="1100"/>
              <a:t>Aplicar os dados ao algoritmo selecionado para treinar um ou mais modelos.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Avaliação do Modelo - </a:t>
            </a:r>
            <a:r>
              <a:rPr lang="pt-PT" sz="1100"/>
              <a:t>Avaliar os resultados obtidos com base nas métricas definidas, ajustando parâmetros se necessário. Comparar diferentes modelos e selecionar o melhor.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sz="1100"/>
              <a:t>&gt; ⚠️ Pode ser necessário voltar à fase de preparação dos dados caso a técnica escolhida exija um formato diferente ou revele limitações nos dados atuais.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40358803-CE9A-700A-B501-394EC3F63480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98927C-9F3F-C1CA-6311-C61A3BA3E722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3F4525EA-ECE4-11C2-5381-A031C95D14BF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7B6999-C05E-BC49-5995-EAFA7A9AD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F03F9D-B748-0723-BF8E-78DBBFAA21F1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0B29AE8D-C2E4-F6AB-9262-7787EFBA60F3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C1DEDDC-AFFD-BE41-7CD1-F2FD2D043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74" y="-3891645"/>
            <a:ext cx="4438956" cy="317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6A10D5-EDED-F3AA-A32C-A6593098C7BD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A6AC4B86-B16C-18AA-F4F3-9B02E7DC6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15" y="2012918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071039AB-63B4-1674-10C1-F0A7C5C8170E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Aplicar técnicas de modelação adequadas aos dados preparados, ajustando parâmetros e avaliando o desempenho dos modelos com base nos objetivos definidos.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AC5FE-1F1A-4C9B-0952-D184160242A8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E2B292-F12A-481B-95C8-1E8F432D7E3C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0F30C28-EB2B-76DD-5B1E-BD620E62BD85}"/>
              </a:ext>
            </a:extLst>
          </p:cNvPr>
          <p:cNvSpPr/>
          <p:nvPr/>
        </p:nvSpPr>
        <p:spPr>
          <a:xfrm>
            <a:off x="715012" y="-6350"/>
            <a:ext cx="4085588" cy="2375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B6F5AF-D0BB-3E43-BA0E-2714CBFCA2F2}"/>
              </a:ext>
            </a:extLst>
          </p:cNvPr>
          <p:cNvCxnSpPr>
            <a:cxnSpLocks/>
          </p:cNvCxnSpPr>
          <p:nvPr/>
        </p:nvCxnSpPr>
        <p:spPr>
          <a:xfrm>
            <a:off x="715012" y="237547"/>
            <a:ext cx="4085588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318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86734455-60E7-9E86-525B-D36131E7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C65D1BFF-39A0-D1ED-5A70-4A3213A184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1397" y="-4935775"/>
            <a:ext cx="2359154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</a:t>
            </a:r>
            <a:r>
              <a:rPr lang="en" sz="3200">
                <a:solidFill>
                  <a:srgbClr val="E84987"/>
                </a:solidFill>
              </a:rPr>
              <a:t>ling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1212C482-6E7C-807E-9178-55B3F12431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-4234176"/>
            <a:ext cx="3967847" cy="366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Escolha da Técnica de Modelação  - </a:t>
            </a:r>
            <a:r>
              <a:rPr lang="pt-PT" sz="1100"/>
              <a:t>Selecionar o algoritmo mais apropriado (ex.: árvores de decisão, redes neurais) conforme os objetivos do projeto.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Definir Estratégia de Testes - </a:t>
            </a:r>
            <a:r>
              <a:rPr lang="pt-PT" sz="1100"/>
              <a:t>Determinar como será avaliada a qualidade do modelo (ex.: divisão em treino/teste, validação cruzada, métricas de erro).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Construção do Modelo - </a:t>
            </a:r>
            <a:r>
              <a:rPr lang="pt-PT" sz="1100"/>
              <a:t>Aplicar os dados ao algoritmo selecionado para treinar um ou mais modelos.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Avaliação do Modelo - </a:t>
            </a:r>
            <a:r>
              <a:rPr lang="pt-PT" sz="1100"/>
              <a:t>Avaliar os resultados obtidos com base nas métricas definidas, ajustando parâmetros se necessário. Comparar diferentes modelos e selecionar o melhor.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sz="1100"/>
              <a:t>&gt; ⚠️ Pode ser necessário voltar à fase de preparação dos dados caso a técnica escolhida exija um formato diferente ou revele limitações nos dados atuais.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49143D86-3729-8CE9-22DA-0D77DC9515E3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8717DA-F8A0-4700-5E70-AEC7F798830A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A37EF9C6-D5AA-BBA9-B738-928070214700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22EDED2-43A7-E2BF-C0CE-87C706EC0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9C3A894-D4EA-0FC5-962F-6B7C3F1A7435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8E754C4-1E16-F1E3-B44E-92DBF186B2F0}"/>
              </a:ext>
            </a:extLst>
          </p:cNvPr>
          <p:cNvSpPr/>
          <p:nvPr/>
        </p:nvSpPr>
        <p:spPr>
          <a:xfrm>
            <a:off x="615950" y="250247"/>
            <a:ext cx="300323" cy="464040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4" descr="Tipos de Aprendizado em Machine Learning">
            <a:extLst>
              <a:ext uri="{FF2B5EF4-FFF2-40B4-BE49-F238E27FC236}">
                <a16:creationId xmlns:a16="http://schemas.microsoft.com/office/drawing/2014/main" id="{751B42A5-E15B-F1B9-4998-7E667E2DDA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" t="4507" r="4979" b="13659"/>
          <a:stretch/>
        </p:blipFill>
        <p:spPr bwMode="auto">
          <a:xfrm>
            <a:off x="723901" y="-3099529"/>
            <a:ext cx="3715056" cy="2164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Examples of Supervised Learning (Linear Regression) and Unsupervised... |  Download Scientific Diagram">
            <a:extLst>
              <a:ext uri="{FF2B5EF4-FFF2-40B4-BE49-F238E27FC236}">
                <a16:creationId xmlns:a16="http://schemas.microsoft.com/office/drawing/2014/main" id="{D3220EEB-A97C-B4B1-F047-CB04B9C11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246" y="-4603809"/>
            <a:ext cx="2746305" cy="10888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CE0F4215-762F-7628-DD87-757481C8074D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CA6413-C353-0AE4-B12B-4E7F698F726F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614AC956-9894-60A3-0137-EF4BFF71C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74" y="1264555"/>
            <a:ext cx="4438956" cy="317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CDAA6317-F289-90E1-84BC-56E04BDDB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15" y="2012918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D82BAC1D-D046-442C-DD3B-5A3DCEB10AA8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Aplicar técnicas de modelação adequadas aos dados preparados, ajustando parâmetros e avaliando o desempenho dos modelos com base nos objetivos definidos.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5EEFA7-E670-11A9-AD8C-96698305048B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577E18-2C3C-B50E-E666-2B6043E70C75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552;p42">
            <a:extLst>
              <a:ext uri="{FF2B5EF4-FFF2-40B4-BE49-F238E27FC236}">
                <a16:creationId xmlns:a16="http://schemas.microsoft.com/office/drawing/2014/main" id="{5FAD7A87-70D9-9BE9-36E8-2175334BD170}"/>
              </a:ext>
            </a:extLst>
          </p:cNvPr>
          <p:cNvSpPr txBox="1">
            <a:spLocks/>
          </p:cNvSpPr>
          <p:nvPr/>
        </p:nvSpPr>
        <p:spPr>
          <a:xfrm>
            <a:off x="929824" y="347425"/>
            <a:ext cx="3658065" cy="70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r>
              <a:rPr lang="pt-PT" sz="2800" err="1"/>
              <a:t>Machine</a:t>
            </a:r>
            <a:r>
              <a:rPr lang="pt-PT" sz="2800"/>
              <a:t> </a:t>
            </a:r>
            <a:r>
              <a:rPr lang="pt-PT" sz="2800" err="1">
                <a:solidFill>
                  <a:srgbClr val="E84987"/>
                </a:solidFill>
              </a:rPr>
              <a:t>learning</a:t>
            </a:r>
            <a:endParaRPr lang="pt-PT" sz="2800">
              <a:solidFill>
                <a:srgbClr val="E84987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16AF5A-50BE-4E38-E209-0DCA1DD610C0}"/>
              </a:ext>
            </a:extLst>
          </p:cNvPr>
          <p:cNvSpPr/>
          <p:nvPr/>
        </p:nvSpPr>
        <p:spPr>
          <a:xfrm>
            <a:off x="-85060" y="-222983"/>
            <a:ext cx="4839957" cy="44767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D9B1B2-12F0-49EA-6924-5DD51CF3EA3A}"/>
              </a:ext>
            </a:extLst>
          </p:cNvPr>
          <p:cNvCxnSpPr>
            <a:cxnSpLocks/>
          </p:cNvCxnSpPr>
          <p:nvPr/>
        </p:nvCxnSpPr>
        <p:spPr>
          <a:xfrm>
            <a:off x="587375" y="237547"/>
            <a:ext cx="4213225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439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E085FFC1-BAF4-6B3E-F9CD-ED299FAAE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11B9DD7E-6932-7C70-721C-D928E28AAB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1397" y="-4935775"/>
            <a:ext cx="2359154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</a:t>
            </a:r>
            <a:r>
              <a:rPr lang="en" sz="3200">
                <a:solidFill>
                  <a:srgbClr val="E84987"/>
                </a:solidFill>
              </a:rPr>
              <a:t>ling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2DC1DBCB-AACB-00C9-5F4F-B10D1326CC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-4234176"/>
            <a:ext cx="3967847" cy="366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Escolha da Técnica de Modelação  - </a:t>
            </a:r>
            <a:r>
              <a:rPr lang="pt-PT" sz="1100"/>
              <a:t>Selecionar o algoritmo mais apropriado (ex.: árvores de decisão, redes neurais) conforme os objetivos do projeto.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Definir Estratégia de Testes - </a:t>
            </a:r>
            <a:r>
              <a:rPr lang="pt-PT" sz="1100"/>
              <a:t>Determinar como será avaliada a qualidade do modelo (ex.: divisão em treino/teste, validação cruzada, métricas de erro).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Construção do Modelo - </a:t>
            </a:r>
            <a:r>
              <a:rPr lang="pt-PT" sz="1100"/>
              <a:t>Aplicar os dados ao algoritmo selecionado para treinar um ou mais modelos.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Avaliação do Modelo - </a:t>
            </a:r>
            <a:r>
              <a:rPr lang="pt-PT" sz="1100"/>
              <a:t>Avaliar os resultados obtidos com base nas métricas definidas, ajustando parâmetros se necessário. Comparar diferentes modelos e selecionar o melhor.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sz="1100"/>
              <a:t>&gt; ⚠️ Pode ser necessário voltar à fase de preparação dos dados caso a técnica escolhida exija um formato diferente ou revele limitações nos dados atuais.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43E53EC9-4FC5-6CC2-F449-A556BE977241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365E11C-D41D-BFBC-0177-6A72CB5201FB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68990866-3CC7-8647-B502-E23877636FDD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AB34DC5-2BD7-098E-9194-A3EEAB1C1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5413BC7-82D0-C36B-8CD8-FE852CD5B6AF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0582D90-0824-2268-2A3B-02358EB7ACFF}"/>
              </a:ext>
            </a:extLst>
          </p:cNvPr>
          <p:cNvSpPr/>
          <p:nvPr/>
        </p:nvSpPr>
        <p:spPr>
          <a:xfrm>
            <a:off x="615950" y="250247"/>
            <a:ext cx="300323" cy="464040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86E22BC6-095C-EA4B-04B8-15EA6D95C16D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E45DC1-286C-97D5-41B5-DA8E2BC149FA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45E0E73C-4F13-2710-8F1F-B19256F5D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15" y="2012918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96E8F3BD-FC4C-B882-7F70-19E5A91819B1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Aplicar técnicas de modelação adequadas aos dados preparados, ajustando parâmetros e avaliando o desempenho dos modelos com base nos objetivos definidos.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8D1001-EA1E-F839-7A80-2BA73B9129C8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96BDF4-5B79-79E6-ED33-9E4D34F93E2A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6F92931-A783-F4FF-F620-4EAF1ED09A64}"/>
              </a:ext>
            </a:extLst>
          </p:cNvPr>
          <p:cNvSpPr/>
          <p:nvPr/>
        </p:nvSpPr>
        <p:spPr>
          <a:xfrm>
            <a:off x="-85060" y="-222983"/>
            <a:ext cx="4839957" cy="44767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7C8066-7486-69FB-C6CD-80A8141C82AD}"/>
              </a:ext>
            </a:extLst>
          </p:cNvPr>
          <p:cNvCxnSpPr>
            <a:cxnSpLocks/>
          </p:cNvCxnSpPr>
          <p:nvPr/>
        </p:nvCxnSpPr>
        <p:spPr>
          <a:xfrm>
            <a:off x="587375" y="237547"/>
            <a:ext cx="4213225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EB6BE709-A54D-4774-462E-546828606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74" y="-3764645"/>
            <a:ext cx="4438956" cy="317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553;p42">
            <a:extLst>
              <a:ext uri="{FF2B5EF4-FFF2-40B4-BE49-F238E27FC236}">
                <a16:creationId xmlns:a16="http://schemas.microsoft.com/office/drawing/2014/main" id="{C862C5CC-A4A2-D742-1CB5-42CF52FBF61D}"/>
              </a:ext>
            </a:extLst>
          </p:cNvPr>
          <p:cNvSpPr txBox="1">
            <a:spLocks/>
          </p:cNvSpPr>
          <p:nvPr/>
        </p:nvSpPr>
        <p:spPr>
          <a:xfrm>
            <a:off x="753722" y="406660"/>
            <a:ext cx="1201645" cy="2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1400" b="1" u="sng"/>
              <a:t>Classificação</a:t>
            </a:r>
            <a:endParaRPr lang="pt-PT" sz="11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1A0DE48-F4F7-3AE1-03D5-DAC6E6EB3C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284" t="6501" r="5504" b="3461"/>
          <a:stretch>
            <a:fillRect/>
          </a:stretch>
        </p:blipFill>
        <p:spPr>
          <a:xfrm>
            <a:off x="931873" y="1231119"/>
            <a:ext cx="3247724" cy="1338466"/>
          </a:xfrm>
          <a:prstGeom prst="rect">
            <a:avLst/>
          </a:prstGeom>
        </p:spPr>
      </p:pic>
      <p:pic>
        <p:nvPicPr>
          <p:cNvPr id="20" name="Picture 4" descr="All classification models explained | by Aviral Bhardwaj | Medium">
            <a:extLst>
              <a:ext uri="{FF2B5EF4-FFF2-40B4-BE49-F238E27FC236}">
                <a16:creationId xmlns:a16="http://schemas.microsoft.com/office/drawing/2014/main" id="{465A83F7-C865-9D84-1E34-28C4321CE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86" b="17558"/>
          <a:stretch>
            <a:fillRect/>
          </a:stretch>
        </p:blipFill>
        <p:spPr bwMode="auto">
          <a:xfrm>
            <a:off x="928973" y="2895281"/>
            <a:ext cx="3247724" cy="147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4906735-A8C2-16EF-B1D3-6984F47B39C0}"/>
              </a:ext>
            </a:extLst>
          </p:cNvPr>
          <p:cNvSpPr txBox="1"/>
          <p:nvPr/>
        </p:nvSpPr>
        <p:spPr>
          <a:xfrm>
            <a:off x="845431" y="929612"/>
            <a:ext cx="3575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b="1">
                <a:solidFill>
                  <a:srgbClr val="84BDE7"/>
                </a:solidFill>
                <a:latin typeface="Assistant"/>
                <a:cs typeface="Assistant"/>
                <a:sym typeface="Assistant"/>
              </a:rPr>
              <a:t>Modelos através de features (cor olhos, pelagem, etc.)</a:t>
            </a:r>
            <a:endParaRPr lang="pt-PT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30B5B2-34CF-ACF8-D548-2DDCA5EC5481}"/>
              </a:ext>
            </a:extLst>
          </p:cNvPr>
          <p:cNvSpPr txBox="1"/>
          <p:nvPr/>
        </p:nvSpPr>
        <p:spPr>
          <a:xfrm>
            <a:off x="880852" y="2604582"/>
            <a:ext cx="3575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100" b="1">
                <a:solidFill>
                  <a:srgbClr val="84BDE7"/>
                </a:solidFill>
                <a:latin typeface="Assistant"/>
                <a:cs typeface="Assistant"/>
                <a:sym typeface="Assistant"/>
              </a:rPr>
              <a:t>Modelos de visão computacional através das imagens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47526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782DEE65-C49B-CCCD-9165-AAB583FD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6A531AE8-EE27-5DF5-ABA2-467EB1013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91397" y="-4935775"/>
            <a:ext cx="2359154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Model</a:t>
            </a:r>
            <a:r>
              <a:rPr lang="en" sz="3200">
                <a:solidFill>
                  <a:srgbClr val="E84987"/>
                </a:solidFill>
              </a:rPr>
              <a:t>ling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7EE75EA0-6451-0B5C-1229-FD34560AC9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-4234176"/>
            <a:ext cx="3967847" cy="366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Escolha da Técnica de Modelação  - </a:t>
            </a:r>
            <a:r>
              <a:rPr lang="pt-PT" sz="1100"/>
              <a:t>Selecionar o algoritmo mais apropriado (ex.: árvores de decisão, redes neurais) conforme os objetivos do projeto.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Definir Estratégia de Testes - </a:t>
            </a:r>
            <a:r>
              <a:rPr lang="pt-PT" sz="1100"/>
              <a:t>Determinar como será avaliada a qualidade do modelo (ex.: divisão em treino/teste, validação cruzada, métricas de erro).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Construção do Modelo - </a:t>
            </a:r>
            <a:r>
              <a:rPr lang="pt-PT" sz="1100"/>
              <a:t>Aplicar os dados ao algoritmo selecionado para treinar um ou mais modelos.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Avaliação do Modelo - </a:t>
            </a:r>
            <a:r>
              <a:rPr lang="pt-PT" sz="1100"/>
              <a:t>Avaliar os resultados obtidos com base nas métricas definidas, ajustando parâmetros se necessário. Comparar diferentes modelos e selecionar o melhor.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sz="1100"/>
              <a:t>&gt; ⚠️ Pode ser necessário voltar à fase de preparação dos dados caso a técnica escolhida exija um formato diferente ou revele limitações nos dados atuais.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5AB04406-CF7E-EEE0-6A01-FA3855BA3602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FA01AB-344D-1B86-46C4-842625BCE8EE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3DF2583F-242D-D3AC-EC1B-ACD418AD02EC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DB4DA96-9BD2-3CEE-2E81-38BBB9C83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E2C57E3-23CA-BFC7-2EA6-9C8DE7F2B69A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F9625D8-5B60-5C7E-E523-9262898D987C}"/>
              </a:ext>
            </a:extLst>
          </p:cNvPr>
          <p:cNvSpPr/>
          <p:nvPr/>
        </p:nvSpPr>
        <p:spPr>
          <a:xfrm>
            <a:off x="615950" y="250247"/>
            <a:ext cx="300323" cy="464040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7F2CABFE-9017-21E0-F371-CB372957AB6D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A189E0-9F2E-83E6-B205-B1ADC9F757BF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D5C56CDA-BBF9-946D-E26D-984A9DA13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915" y="2012918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DCD4ECB4-1B0E-A794-4491-C8D651E64046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Aplicar técnicas de modelação adequadas aos dados preparados, ajustando parâmetros e avaliando o desempenho dos modelos com base nos objetivos definidos.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73DDC0-2832-C0F0-A058-31CF48D7C945}"/>
              </a:ext>
            </a:extLst>
          </p:cNvPr>
          <p:cNvSpPr/>
          <p:nvPr/>
        </p:nvSpPr>
        <p:spPr>
          <a:xfrm>
            <a:off x="8769655" y="663067"/>
            <a:ext cx="374343" cy="3444806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54B592-40AD-D347-4F89-A4022F9DB410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8812FF-244A-C3E5-FD79-0F9E36B1D9D7}"/>
              </a:ext>
            </a:extLst>
          </p:cNvPr>
          <p:cNvSpPr/>
          <p:nvPr/>
        </p:nvSpPr>
        <p:spPr>
          <a:xfrm>
            <a:off x="-85060" y="-222983"/>
            <a:ext cx="4839957" cy="44767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DE1C3B6-C43A-A31E-E1B4-EEDAD7D6F731}"/>
              </a:ext>
            </a:extLst>
          </p:cNvPr>
          <p:cNvCxnSpPr>
            <a:cxnSpLocks/>
          </p:cNvCxnSpPr>
          <p:nvPr/>
        </p:nvCxnSpPr>
        <p:spPr>
          <a:xfrm>
            <a:off x="587375" y="237547"/>
            <a:ext cx="4213225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>
            <a:extLst>
              <a:ext uri="{FF2B5EF4-FFF2-40B4-BE49-F238E27FC236}">
                <a16:creationId xmlns:a16="http://schemas.microsoft.com/office/drawing/2014/main" id="{9DC565C0-0EFF-B009-89A9-32EBEE27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74" y="-3764645"/>
            <a:ext cx="4438956" cy="317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553;p42">
            <a:extLst>
              <a:ext uri="{FF2B5EF4-FFF2-40B4-BE49-F238E27FC236}">
                <a16:creationId xmlns:a16="http://schemas.microsoft.com/office/drawing/2014/main" id="{6FB99B6A-1011-AEF3-92EE-D5AD88A91810}"/>
              </a:ext>
            </a:extLst>
          </p:cNvPr>
          <p:cNvSpPr txBox="1">
            <a:spLocks/>
          </p:cNvSpPr>
          <p:nvPr/>
        </p:nvSpPr>
        <p:spPr>
          <a:xfrm>
            <a:off x="787051" y="403461"/>
            <a:ext cx="1005765" cy="2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1400" b="1" u="sng">
                <a:solidFill>
                  <a:srgbClr val="E84987"/>
                </a:solidFill>
              </a:rPr>
              <a:t>Regressão</a:t>
            </a:r>
            <a:endParaRPr lang="pt-PT" sz="1100">
              <a:solidFill>
                <a:srgbClr val="E84987"/>
              </a:solidFill>
            </a:endParaRPr>
          </a:p>
        </p:txBody>
      </p:sp>
      <p:pic>
        <p:nvPicPr>
          <p:cNvPr id="2050" name="Picture 2" descr="002 Machine Learning - Linear Regression Models - Master Data Science  18.07.2022">
            <a:extLst>
              <a:ext uri="{FF2B5EF4-FFF2-40B4-BE49-F238E27FC236}">
                <a16:creationId xmlns:a16="http://schemas.microsoft.com/office/drawing/2014/main" id="{0205B4E7-5274-CBF1-F117-744E71A69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76" y="831495"/>
            <a:ext cx="2729152" cy="186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gression in Machine Learning: Definition and Examples | Built In">
            <a:extLst>
              <a:ext uri="{FF2B5EF4-FFF2-40B4-BE49-F238E27FC236}">
                <a16:creationId xmlns:a16="http://schemas.microsoft.com/office/drawing/2014/main" id="{DA40ED64-F2D1-75DA-D806-E3E35D005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" t="4197" r="6699" b="1029"/>
          <a:stretch>
            <a:fillRect/>
          </a:stretch>
        </p:blipFill>
        <p:spPr bwMode="auto">
          <a:xfrm>
            <a:off x="1283046" y="2758030"/>
            <a:ext cx="2570012" cy="2035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753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F7C742FA-111E-32F2-1E1D-8436E034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02107CA3-1258-A903-09B2-00E520509E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54793" y="347425"/>
            <a:ext cx="2632362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Eval</a:t>
            </a:r>
            <a:r>
              <a:rPr lang="en" sz="3200">
                <a:solidFill>
                  <a:srgbClr val="E84987"/>
                </a:solidFill>
              </a:rPr>
              <a:t>uation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F087BC74-F651-3016-AE31-BE2E97565C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1049024"/>
            <a:ext cx="3967847" cy="36644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Avaliar os Resultados - </a:t>
            </a:r>
            <a:r>
              <a:rPr lang="pt-PT" sz="1100"/>
              <a:t>Verificar até que ponto os modelos satisfazem os objetivos de negócio.  Utilizar métricas adequadas (ex.: </a:t>
            </a:r>
            <a:r>
              <a:rPr lang="pt-PT" sz="1100" err="1"/>
              <a:t>accuracy</a:t>
            </a:r>
            <a:r>
              <a:rPr lang="pt-PT" sz="1100"/>
              <a:t>, </a:t>
            </a:r>
            <a:r>
              <a:rPr lang="pt-PT" sz="1100" err="1"/>
              <a:t>recall</a:t>
            </a:r>
            <a:r>
              <a:rPr lang="pt-PT" sz="1100"/>
              <a:t>, AUC) e comparar os modelos testados.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Rever o Processo - </a:t>
            </a:r>
            <a:r>
              <a:rPr lang="pt-PT" sz="1100"/>
              <a:t>Analisar todas as etapas anteriores para detetar possíveis falhas, omissões ou oportunidades de melhoria.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Decidir os Próximos Passos - </a:t>
            </a:r>
            <a:r>
              <a:rPr lang="pt-PT" sz="1100"/>
              <a:t>Tomar decisões sobre como avançar: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O modelo está pronto para ser implementado?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É necessário voltar a iterar (modelação, preparação de dados…)?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Há margem no orçamento e tempo para melhorias?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sz="1100"/>
              <a:t>&gt; ✅ Esta fase é crucial para garantir que os resultados do projeto são robustos, interpretáveis e relevantes para a tomada de decisão no contexto real do negócio.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A8D457E3-1189-3627-A67B-AD4D92A9305A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CE163BB-DC05-5026-2F98-192B07CC3DDF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41784234-4837-754B-8116-024182133984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1F5E0C-28D1-EF14-7582-803E6F6F0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66C71E-B840-4D49-8733-83FB7F202C0D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CC36ADF8-DD90-263F-FFEC-6786E3FF2A15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6B4770-1D48-611C-5931-1A43B610EE62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259C4FC2-65A6-8134-9836-A57CE2071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487" y="2570845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F39B2E76-FF9B-AF0A-02D2-C9178FB68C94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Avaliar de forma rigorosa se os modelos construídos cumprem os objetivos de negócio definidos, recorrendo a métricas apropriadas e revendo todo o processo para garantir que não foram ignorados aspetos relevantes.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43C6F-492D-7E61-68A1-D28C749F7219}"/>
              </a:ext>
            </a:extLst>
          </p:cNvPr>
          <p:cNvSpPr/>
          <p:nvPr/>
        </p:nvSpPr>
        <p:spPr>
          <a:xfrm>
            <a:off x="8769655" y="663067"/>
            <a:ext cx="374343" cy="397560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13D890-4AF2-3D4D-83C3-9C55DA61EC05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4DFDEBB-0299-BDBB-310C-592BEEF2CF33}"/>
              </a:ext>
            </a:extLst>
          </p:cNvPr>
          <p:cNvSpPr/>
          <p:nvPr/>
        </p:nvSpPr>
        <p:spPr>
          <a:xfrm>
            <a:off x="715012" y="-6350"/>
            <a:ext cx="4085588" cy="2375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09962C-4FDA-2B0C-CF18-51FA103BB73D}"/>
              </a:ext>
            </a:extLst>
          </p:cNvPr>
          <p:cNvCxnSpPr>
            <a:cxnSpLocks/>
          </p:cNvCxnSpPr>
          <p:nvPr/>
        </p:nvCxnSpPr>
        <p:spPr>
          <a:xfrm>
            <a:off x="715012" y="237547"/>
            <a:ext cx="4085588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3852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F45BD939-C979-D681-83AD-C0CF923A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26E4AD53-F313-A093-FF8F-8C525D757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7657" y="183708"/>
            <a:ext cx="3380236" cy="4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Métricas de </a:t>
            </a:r>
            <a:r>
              <a:rPr lang="en" sz="2000">
                <a:solidFill>
                  <a:srgbClr val="E84987"/>
                </a:solidFill>
              </a:rPr>
              <a:t>Avaliação</a:t>
            </a:r>
            <a:endParaRPr sz="20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0001AC61-1C16-D172-581A-71E557789B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085" y="564425"/>
            <a:ext cx="1201645" cy="2980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Classificação</a:t>
            </a:r>
            <a:endParaRPr sz="1100"/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DE41CE53-90BC-36BF-0E4C-1C4CE72BE639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A2978E-2A4F-4441-AEE9-7DA91DBD3B4E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33643507-7C0C-9F73-040F-09FFCD0253E7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C8C605B-A568-E902-0C2C-9D1E907FA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D375A23-84EC-CBED-27F7-42106D6159CA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04B619EC-3C1A-2A91-7C83-E19748D74604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3C659DB-0209-3CD5-044D-A31E9DE0F37B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443073F8-F342-12C5-72E4-BA5195ECC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487" y="2570845"/>
            <a:ext cx="2773662" cy="208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50191AA8-FCC3-CC3C-068A-B63D755F76BE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Avaliar de forma rigorosa se os modelos construídos cumprem os objetivos de negócio definidos, recorrendo a métricas apropriadas e revendo todo o processo para garantir que não foram ignorados aspetos relevantes.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8535D7-A354-BD9F-CDD3-0FB93D3F4EE4}"/>
              </a:ext>
            </a:extLst>
          </p:cNvPr>
          <p:cNvSpPr/>
          <p:nvPr/>
        </p:nvSpPr>
        <p:spPr>
          <a:xfrm>
            <a:off x="8769655" y="663067"/>
            <a:ext cx="374343" cy="397560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38DD2F-496D-D975-AAD1-B48594F4791C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1BF1000-6601-143B-BC8E-0535D8147935}"/>
              </a:ext>
            </a:extLst>
          </p:cNvPr>
          <p:cNvSpPr/>
          <p:nvPr/>
        </p:nvSpPr>
        <p:spPr>
          <a:xfrm>
            <a:off x="715012" y="-6350"/>
            <a:ext cx="4085588" cy="23754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62AF271-266B-0779-8DED-0F3802EDCE95}"/>
              </a:ext>
            </a:extLst>
          </p:cNvPr>
          <p:cNvCxnSpPr>
            <a:cxnSpLocks/>
          </p:cNvCxnSpPr>
          <p:nvPr/>
        </p:nvCxnSpPr>
        <p:spPr>
          <a:xfrm>
            <a:off x="715012" y="237547"/>
            <a:ext cx="4085588" cy="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 descr="Artificial Neural Network for Glider Detection in a Marine Environment by Improving a CNN Vision Encoder">
            <a:extLst>
              <a:ext uri="{FF2B5EF4-FFF2-40B4-BE49-F238E27FC236}">
                <a16:creationId xmlns:a16="http://schemas.microsoft.com/office/drawing/2014/main" id="{5A30F7E3-798D-D485-49D9-B04E0791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92" y="866199"/>
            <a:ext cx="3202401" cy="1784672"/>
          </a:xfrm>
          <a:prstGeom prst="round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Essential Regression Evaluation Metrics: MSE, RMSE, MAE, R², and Adjusted  R² | by FARSHAD K | Medium">
            <a:extLst>
              <a:ext uri="{FF2B5EF4-FFF2-40B4-BE49-F238E27FC236}">
                <a16:creationId xmlns:a16="http://schemas.microsoft.com/office/drawing/2014/main" id="{3BF46972-8101-1F82-5435-271CF1648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433" y="2948951"/>
            <a:ext cx="3188746" cy="1883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553;p42">
            <a:extLst>
              <a:ext uri="{FF2B5EF4-FFF2-40B4-BE49-F238E27FC236}">
                <a16:creationId xmlns:a16="http://schemas.microsoft.com/office/drawing/2014/main" id="{54097312-8B64-D491-FFC9-E05BECEBD468}"/>
              </a:ext>
            </a:extLst>
          </p:cNvPr>
          <p:cNvSpPr txBox="1">
            <a:spLocks/>
          </p:cNvSpPr>
          <p:nvPr/>
        </p:nvSpPr>
        <p:spPr>
          <a:xfrm>
            <a:off x="760085" y="2650871"/>
            <a:ext cx="1005765" cy="29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1400" b="1" u="sng">
                <a:solidFill>
                  <a:srgbClr val="E84987"/>
                </a:solidFill>
              </a:rPr>
              <a:t>Regressão</a:t>
            </a:r>
            <a:endParaRPr lang="pt-PT" sz="1100">
              <a:solidFill>
                <a:srgbClr val="E849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8835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5CCECA20-AFC9-4EBD-8926-FA4A8C41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>
            <a:extLst>
              <a:ext uri="{FF2B5EF4-FFF2-40B4-BE49-F238E27FC236}">
                <a16:creationId xmlns:a16="http://schemas.microsoft.com/office/drawing/2014/main" id="{77E5BFAF-27B7-C356-3C8C-08C11DF53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998" y="347425"/>
            <a:ext cx="2959951" cy="7015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Deploy</a:t>
            </a:r>
            <a:r>
              <a:rPr lang="en" sz="3200">
                <a:solidFill>
                  <a:srgbClr val="E84987"/>
                </a:solidFill>
              </a:rPr>
              <a:t>ment</a:t>
            </a:r>
            <a:endParaRPr sz="3200">
              <a:solidFill>
                <a:srgbClr val="E84987"/>
              </a:solidFill>
            </a:endParaRPr>
          </a:p>
        </p:txBody>
      </p:sp>
      <p:sp>
        <p:nvSpPr>
          <p:cNvPr id="553" name="Google Shape;553;p42">
            <a:extLst>
              <a:ext uri="{FF2B5EF4-FFF2-40B4-BE49-F238E27FC236}">
                <a16:creationId xmlns:a16="http://schemas.microsoft.com/office/drawing/2014/main" id="{740EC1A3-545B-7C84-F039-923B2D6C63C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7051" y="1049024"/>
            <a:ext cx="3967847" cy="37470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b="1" u="sng"/>
              <a:t>Principais Atividades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sz="9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Planear a Implementação -</a:t>
            </a:r>
            <a:r>
              <a:rPr lang="pt-PT" sz="1100"/>
              <a:t> Definir como os resultados vão ser utilizados na prática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Planear Monitorização e Manutenção - </a:t>
            </a:r>
            <a:r>
              <a:rPr lang="pt-PT" sz="1100"/>
              <a:t>Estabelecer mecanismos para acompanhar o desempenho do modelo ao longo do tempo: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Detetar desvios ou degradação de performance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Atualizar modelos, dados ou regras, conforme necessário 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Produzir o Relatório Final - </a:t>
            </a:r>
            <a:r>
              <a:rPr lang="pt-PT" sz="1100"/>
              <a:t>Documentar o trabalho realizado, incluindo: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Resultados obtidos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Recomendações futuras 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PT" sz="1100" b="1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100" b="1"/>
              <a:t>Rever o Projeto - </a:t>
            </a:r>
            <a:r>
              <a:rPr lang="pt-PT" sz="1100"/>
              <a:t>Avaliar o que correu bem e o que pode ser melhorado: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Processo de desenvolvimento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Comunicação com </a:t>
            </a:r>
            <a:r>
              <a:rPr lang="pt-PT" sz="1100" b="1" i="1" err="1"/>
              <a:t>stakeholders</a:t>
            </a:r>
            <a:r>
              <a:rPr lang="pt-PT" sz="1100"/>
              <a:t> 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pt-PT" sz="1100"/>
              <a:t>Gestão de recursos e prazos</a:t>
            </a:r>
          </a:p>
        </p:txBody>
      </p:sp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FE604CAD-7582-DDC8-4BAD-6FF294EA5EE7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F07850-7ACA-4CC1-A81F-73CCDCAE6056}"/>
              </a:ext>
            </a:extLst>
          </p:cNvPr>
          <p:cNvGrpSpPr>
            <a:grpSpLocks noChangeAspect="1"/>
          </p:cNvGrpSpPr>
          <p:nvPr/>
        </p:nvGrpSpPr>
        <p:grpSpPr>
          <a:xfrm>
            <a:off x="5180438" y="1141499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E2FDF4A6-E840-8359-2FB3-EA850190EC5C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7B8FD1F-6495-C409-1DEE-AE2C5D1B2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D7D089-8C6F-9FDF-C738-77CF07BD55DD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D7258AD6-26F1-89C8-DA3C-83F9B0A8D236}"/>
              </a:ext>
            </a:extLst>
          </p:cNvPr>
          <p:cNvSpPr txBox="1">
            <a:spLocks/>
          </p:cNvSpPr>
          <p:nvPr/>
        </p:nvSpPr>
        <p:spPr>
          <a:xfrm>
            <a:off x="4883147" y="365459"/>
            <a:ext cx="3473801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>
                <a:solidFill>
                  <a:schemeClr val="dk2"/>
                </a:solidFill>
              </a:rPr>
              <a:t>CRISP-DM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055DA4-8A0D-ECDA-D36A-E5597AAB7623}"/>
              </a:ext>
            </a:extLst>
          </p:cNvPr>
          <p:cNvCxnSpPr>
            <a:cxnSpLocks/>
          </p:cNvCxnSpPr>
          <p:nvPr/>
        </p:nvCxnSpPr>
        <p:spPr>
          <a:xfrm>
            <a:off x="4800600" y="250247"/>
            <a:ext cx="0" cy="4643005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D607F601-76A4-1BAC-A881-35CE6241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876" y="1592550"/>
            <a:ext cx="3212604" cy="240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553;p42">
            <a:extLst>
              <a:ext uri="{FF2B5EF4-FFF2-40B4-BE49-F238E27FC236}">
                <a16:creationId xmlns:a16="http://schemas.microsoft.com/office/drawing/2014/main" id="{75DA4C6D-66DB-E603-B6C2-CA4D28E69B2D}"/>
              </a:ext>
            </a:extLst>
          </p:cNvPr>
          <p:cNvSpPr txBox="1">
            <a:spLocks/>
          </p:cNvSpPr>
          <p:nvPr/>
        </p:nvSpPr>
        <p:spPr>
          <a:xfrm>
            <a:off x="4883147" y="4174054"/>
            <a:ext cx="3473802" cy="562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6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sistant"/>
              <a:buNone/>
              <a:defRPr sz="1400" b="0" i="0" u="none" strike="noStrike" cap="none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indent="0" algn="ctr"/>
            <a:r>
              <a:rPr lang="pt-PT" sz="900" b="1"/>
              <a:t>Assegurar que os resultados obtidos no projeto de </a:t>
            </a:r>
            <a:r>
              <a:rPr lang="pt-PT" sz="900" b="1" i="1"/>
              <a:t>Data </a:t>
            </a:r>
            <a:r>
              <a:rPr lang="pt-PT" sz="900" b="1" i="1" err="1"/>
              <a:t>Mining</a:t>
            </a:r>
            <a:r>
              <a:rPr lang="pt-PT" sz="900" b="1" i="1"/>
              <a:t> </a:t>
            </a:r>
            <a:r>
              <a:rPr lang="pt-PT" sz="900" b="1"/>
              <a:t>são integrados eficazmente no contexto operacional da organização, garantindo a sua utilidade contínua e o retorno do investimento.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4E22F2-4109-A844-FCBE-84CEF74D7EED}"/>
              </a:ext>
            </a:extLst>
          </p:cNvPr>
          <p:cNvSpPr/>
          <p:nvPr/>
        </p:nvSpPr>
        <p:spPr>
          <a:xfrm>
            <a:off x="8769655" y="663067"/>
            <a:ext cx="374343" cy="397560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57D87D-86D1-5D5B-56C4-683E07295304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695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0">
          <a:extLst>
            <a:ext uri="{FF2B5EF4-FFF2-40B4-BE49-F238E27FC236}">
              <a16:creationId xmlns:a16="http://schemas.microsoft.com/office/drawing/2014/main" id="{89AFE675-40E5-CE43-B2BD-D2876103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2">
            <a:extLst>
              <a:ext uri="{FF2B5EF4-FFF2-40B4-BE49-F238E27FC236}">
                <a16:creationId xmlns:a16="http://schemas.microsoft.com/office/drawing/2014/main" id="{E84ADDC8-F9A5-205E-3139-448E60835A1F}"/>
              </a:ext>
            </a:extLst>
          </p:cNvPr>
          <p:cNvSpPr/>
          <p:nvPr/>
        </p:nvSpPr>
        <p:spPr>
          <a:xfrm>
            <a:off x="7946575" y="564425"/>
            <a:ext cx="267600" cy="267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814BF1-7C9C-DCA3-D673-E825EDA4933E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80" y="1592550"/>
            <a:ext cx="2879223" cy="2880000"/>
            <a:chOff x="5671839" y="1384784"/>
            <a:chExt cx="2454261" cy="2454923"/>
          </a:xfrm>
        </p:grpSpPr>
        <p:sp>
          <p:nvSpPr>
            <p:cNvPr id="555" name="Google Shape;555;p42">
              <a:extLst>
                <a:ext uri="{FF2B5EF4-FFF2-40B4-BE49-F238E27FC236}">
                  <a16:creationId xmlns:a16="http://schemas.microsoft.com/office/drawing/2014/main" id="{FCF6102D-44D7-183B-D54C-642556BE1BC8}"/>
                </a:ext>
              </a:extLst>
            </p:cNvPr>
            <p:cNvSpPr/>
            <p:nvPr/>
          </p:nvSpPr>
          <p:spPr>
            <a:xfrm>
              <a:off x="7499950" y="1902875"/>
              <a:ext cx="144000" cy="14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4FC261F-ED9B-2A68-67A3-8C92455A4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671839" y="1384784"/>
              <a:ext cx="2454261" cy="24549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3BABC22-7A70-586C-4DFF-56848FD03044}"/>
                </a:ext>
              </a:extLst>
            </p:cNvPr>
            <p:cNvSpPr txBox="1"/>
            <p:nvPr/>
          </p:nvSpPr>
          <p:spPr>
            <a:xfrm>
              <a:off x="6729751" y="2843715"/>
              <a:ext cx="338436" cy="72000"/>
            </a:xfrm>
            <a:prstGeom prst="rect">
              <a:avLst/>
            </a:prstGeom>
            <a:solidFill>
              <a:srgbClr val="191919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00" b="1">
                  <a:solidFill>
                    <a:schemeClr val="tx1"/>
                  </a:solidFill>
                  <a:latin typeface="Tahom"/>
                  <a:ea typeface="Tahoma" panose="020B0604030504040204" pitchFamily="34" charset="0"/>
                  <a:cs typeface="Tahoma" panose="020B0604030504040204" pitchFamily="34" charset="0"/>
                </a:rPr>
                <a:t>Data</a:t>
              </a:r>
            </a:p>
          </p:txBody>
        </p:sp>
      </p:grpSp>
      <p:sp>
        <p:nvSpPr>
          <p:cNvPr id="7" name="Google Shape;496;p40">
            <a:extLst>
              <a:ext uri="{FF2B5EF4-FFF2-40B4-BE49-F238E27FC236}">
                <a16:creationId xmlns:a16="http://schemas.microsoft.com/office/drawing/2014/main" id="{940A0E68-2581-B16D-C6E0-3249297D21BB}"/>
              </a:ext>
            </a:extLst>
          </p:cNvPr>
          <p:cNvSpPr txBox="1">
            <a:spLocks/>
          </p:cNvSpPr>
          <p:nvPr/>
        </p:nvSpPr>
        <p:spPr>
          <a:xfrm>
            <a:off x="822960" y="414259"/>
            <a:ext cx="7498079" cy="56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Orbitron"/>
              <a:buNone/>
              <a:defRPr sz="4500" b="1" i="0" u="none" strike="noStrike" cap="none">
                <a:solidFill>
                  <a:schemeClr val="lt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uprum"/>
              <a:buNone/>
              <a:defRPr sz="3600" b="1" i="0" u="none" strike="noStrike" cap="none">
                <a:solidFill>
                  <a:schemeClr val="lt2"/>
                </a:solidFill>
                <a:latin typeface="Cuprum"/>
                <a:ea typeface="Cuprum"/>
                <a:cs typeface="Cuprum"/>
                <a:sym typeface="Cuprum"/>
              </a:defRPr>
            </a:lvl9pPr>
          </a:lstStyle>
          <a:p>
            <a:pPr algn="ctr"/>
            <a:r>
              <a:rPr lang="pt-PT" sz="4000" err="1">
                <a:solidFill>
                  <a:srgbClr val="84BDE7"/>
                </a:solidFill>
              </a:rPr>
              <a:t>Ciclicidade</a:t>
            </a:r>
            <a:r>
              <a:rPr lang="pt-PT" sz="4000">
                <a:solidFill>
                  <a:schemeClr val="dk2"/>
                </a:solidFill>
              </a:rPr>
              <a:t> </a:t>
            </a:r>
            <a:r>
              <a:rPr lang="pt-PT" sz="4000">
                <a:solidFill>
                  <a:srgbClr val="84BDE7"/>
                </a:solidFill>
              </a:rPr>
              <a:t>do</a:t>
            </a:r>
            <a:r>
              <a:rPr lang="pt-PT" sz="4000">
                <a:solidFill>
                  <a:schemeClr val="dk2"/>
                </a:solidFill>
              </a:rPr>
              <a:t> CRISP-DM</a:t>
            </a:r>
          </a:p>
        </p:txBody>
      </p:sp>
      <p:pic>
        <p:nvPicPr>
          <p:cNvPr id="1028" name="Picture 4" descr="Mais de 8.000 imagens grátis de Dedo Apontando e Apontando - Pixabay">
            <a:extLst>
              <a:ext uri="{FF2B5EF4-FFF2-40B4-BE49-F238E27FC236}">
                <a16:creationId xmlns:a16="http://schemas.microsoft.com/office/drawing/2014/main" id="{DCA5E218-EFE8-266E-7B79-F8A814940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801" y="1592550"/>
            <a:ext cx="3212604" cy="240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CD722E8-A2C2-425F-30A7-068ACF851F56}"/>
              </a:ext>
            </a:extLst>
          </p:cNvPr>
          <p:cNvSpPr/>
          <p:nvPr/>
        </p:nvSpPr>
        <p:spPr>
          <a:xfrm>
            <a:off x="8769655" y="663067"/>
            <a:ext cx="374343" cy="3975608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1F5E04-301D-ABD1-DB5F-28917394ADF3}"/>
              </a:ext>
            </a:extLst>
          </p:cNvPr>
          <p:cNvCxnSpPr>
            <a:cxnSpLocks/>
          </p:cNvCxnSpPr>
          <p:nvPr/>
        </p:nvCxnSpPr>
        <p:spPr>
          <a:xfrm>
            <a:off x="8782355" y="500495"/>
            <a:ext cx="0" cy="4138180"/>
          </a:xfrm>
          <a:prstGeom prst="line">
            <a:avLst/>
          </a:prstGeom>
          <a:ln w="28575">
            <a:solidFill>
              <a:srgbClr val="84B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553;p42">
            <a:extLst>
              <a:ext uri="{FF2B5EF4-FFF2-40B4-BE49-F238E27FC236}">
                <a16:creationId xmlns:a16="http://schemas.microsoft.com/office/drawing/2014/main" id="{8578E330-3885-EC44-16D4-FD1E9082CBE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13860" y="1669800"/>
            <a:ext cx="4000315" cy="27254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400" b="1"/>
              <a:t>Iterativo: </a:t>
            </a:r>
            <a:r>
              <a:rPr lang="pt-PT" sz="1400"/>
              <a:t>Fases não seguem uma ordem fixa; é comum voltar atrás (</a:t>
            </a:r>
            <a:r>
              <a:rPr lang="pt-PT" sz="1400" err="1"/>
              <a:t>ex</a:t>
            </a:r>
            <a:r>
              <a:rPr lang="pt-PT" sz="1400"/>
              <a:t>: da modelagem para a preparação dos dados).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400" b="1"/>
              <a:t>Melhoria contínua: </a:t>
            </a:r>
            <a:r>
              <a:rPr lang="pt-PT" sz="1400"/>
              <a:t>Permite aperfeiçoar os modelos com novos dados ou insights.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400" b="1"/>
              <a:t>Avaliação constante: </a:t>
            </a:r>
            <a:r>
              <a:rPr lang="pt-PT" sz="1400"/>
              <a:t>Garante que os objetivos de negócio estão a ser atingidos.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400" b="1"/>
              <a:t>Flexibilidade: </a:t>
            </a:r>
            <a:r>
              <a:rPr lang="pt-PT" sz="1400"/>
              <a:t>Adapta-se a mudanças nos requisitos ou nos dados.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sz="1400" b="1"/>
              <a:t>Ciclo de vida analítico: </a:t>
            </a:r>
            <a:r>
              <a:rPr lang="pt-PT" sz="1400"/>
              <a:t>Integra-se facilmente com processos contínuos como </a:t>
            </a:r>
            <a:r>
              <a:rPr lang="pt-PT" sz="1400" err="1"/>
              <a:t>MLOps</a:t>
            </a:r>
            <a:r>
              <a:rPr lang="pt-PT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9259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oogle Shape;1035;p60"/>
          <p:cNvGrpSpPr/>
          <p:nvPr/>
        </p:nvGrpSpPr>
        <p:grpSpPr>
          <a:xfrm>
            <a:off x="713100" y="445025"/>
            <a:ext cx="7717800" cy="4250650"/>
            <a:chOff x="713100" y="445025"/>
            <a:chExt cx="7717800" cy="4250650"/>
          </a:xfrm>
        </p:grpSpPr>
        <p:sp>
          <p:nvSpPr>
            <p:cNvPr id="1036" name="Google Shape;1036;p60"/>
            <p:cNvSpPr/>
            <p:nvPr/>
          </p:nvSpPr>
          <p:spPr>
            <a:xfrm>
              <a:off x="713100" y="45876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0"/>
            <p:cNvSpPr/>
            <p:nvPr/>
          </p:nvSpPr>
          <p:spPr>
            <a:xfrm>
              <a:off x="8322900" y="44502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0"/>
            <p:cNvSpPr/>
            <p:nvPr/>
          </p:nvSpPr>
          <p:spPr>
            <a:xfrm>
              <a:off x="8322900" y="4587675"/>
              <a:ext cx="108000" cy="1080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9" name="Google Shape;1039;p60"/>
          <p:cNvSpPr/>
          <p:nvPr/>
        </p:nvSpPr>
        <p:spPr>
          <a:xfrm>
            <a:off x="1990050" y="3477980"/>
            <a:ext cx="5163900" cy="540300"/>
          </a:xfrm>
          <a:prstGeom prst="ellipse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3810294" y="826025"/>
            <a:ext cx="1523400" cy="1523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60"/>
          <p:cNvSpPr txBox="1">
            <a:spLocks noGrp="1"/>
          </p:cNvSpPr>
          <p:nvPr>
            <p:ph type="title"/>
          </p:nvPr>
        </p:nvSpPr>
        <p:spPr>
          <a:xfrm>
            <a:off x="2278785" y="2362825"/>
            <a:ext cx="4586400" cy="10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2" name="Google Shape;1042;p60"/>
          <p:cNvSpPr txBox="1">
            <a:spLocks noGrp="1"/>
          </p:cNvSpPr>
          <p:nvPr>
            <p:ph type="title" idx="2"/>
          </p:nvPr>
        </p:nvSpPr>
        <p:spPr>
          <a:xfrm>
            <a:off x="3819893" y="1166825"/>
            <a:ext cx="1504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43" name="Google Shape;1043;p60"/>
          <p:cNvSpPr txBox="1">
            <a:spLocks noGrp="1"/>
          </p:cNvSpPr>
          <p:nvPr>
            <p:ph type="subTitle" idx="1"/>
          </p:nvPr>
        </p:nvSpPr>
        <p:spPr>
          <a:xfrm>
            <a:off x="2811900" y="3532818"/>
            <a:ext cx="3520200" cy="40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Ferramentas comuns em projetos de CRISP-DM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7866525" y="2623463"/>
            <a:ext cx="564375" cy="633175"/>
          </a:xfrm>
          <a:custGeom>
            <a:avLst/>
            <a:gdLst/>
            <a:ahLst/>
            <a:cxnLst/>
            <a:rect l="l" t="t" r="r" b="b"/>
            <a:pathLst>
              <a:path w="22575" h="25327" extrusionOk="0">
                <a:moveTo>
                  <a:pt x="10186" y="0"/>
                </a:moveTo>
                <a:lnTo>
                  <a:pt x="8259" y="1927"/>
                </a:lnTo>
                <a:lnTo>
                  <a:pt x="17344" y="11012"/>
                </a:lnTo>
                <a:lnTo>
                  <a:pt x="0" y="11012"/>
                </a:lnTo>
                <a:lnTo>
                  <a:pt x="0" y="13764"/>
                </a:lnTo>
                <a:lnTo>
                  <a:pt x="17344" y="13764"/>
                </a:lnTo>
                <a:lnTo>
                  <a:pt x="8259" y="23124"/>
                </a:lnTo>
                <a:lnTo>
                  <a:pt x="10186" y="25327"/>
                </a:lnTo>
                <a:lnTo>
                  <a:pt x="22574" y="12388"/>
                </a:lnTo>
                <a:lnTo>
                  <a:pt x="1018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5" name="Google Shape;1045;p60"/>
          <p:cNvGrpSpPr/>
          <p:nvPr/>
        </p:nvGrpSpPr>
        <p:grpSpPr>
          <a:xfrm>
            <a:off x="2813047" y="3694258"/>
            <a:ext cx="3517907" cy="110589"/>
            <a:chOff x="2600575" y="3762250"/>
            <a:chExt cx="5783178" cy="181800"/>
          </a:xfrm>
        </p:grpSpPr>
        <p:sp>
          <p:nvSpPr>
            <p:cNvPr id="1046" name="Google Shape;1046;p60"/>
            <p:cNvSpPr/>
            <p:nvPr/>
          </p:nvSpPr>
          <p:spPr>
            <a:xfrm>
              <a:off x="2600575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0"/>
            <p:cNvSpPr/>
            <p:nvPr/>
          </p:nvSpPr>
          <p:spPr>
            <a:xfrm>
              <a:off x="8201953" y="3762250"/>
              <a:ext cx="181800" cy="181800"/>
            </a:xfrm>
            <a:prstGeom prst="star4">
              <a:avLst>
                <a:gd name="adj" fmla="val 0"/>
              </a:avLst>
            </a:prstGeom>
            <a:solidFill>
              <a:schemeClr val="l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07071D3-AA78-08B1-E807-48DB6148F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0" b="13726"/>
          <a:stretch/>
        </p:blipFill>
        <p:spPr bwMode="auto">
          <a:xfrm>
            <a:off x="1285836" y="1727004"/>
            <a:ext cx="525565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 (linguagem de programação) – Wikipédia, a enciclopédia livre">
            <a:extLst>
              <a:ext uri="{FF2B5EF4-FFF2-40B4-BE49-F238E27FC236}">
                <a16:creationId xmlns:a16="http://schemas.microsoft.com/office/drawing/2014/main" id="{C349F3F2-3742-E909-56E7-8204239E5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081" y="1695322"/>
            <a:ext cx="69683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593;p45">
            <a:extLst>
              <a:ext uri="{FF2B5EF4-FFF2-40B4-BE49-F238E27FC236}">
                <a16:creationId xmlns:a16="http://schemas.microsoft.com/office/drawing/2014/main" id="{EDA39C3B-08AD-0945-B496-351642B0E9C5}"/>
              </a:ext>
            </a:extLst>
          </p:cNvPr>
          <p:cNvSpPr/>
          <p:nvPr/>
        </p:nvSpPr>
        <p:spPr>
          <a:xfrm>
            <a:off x="1071465" y="1578051"/>
            <a:ext cx="2047705" cy="754382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" name="Google Shape;599;p45">
            <a:extLst>
              <a:ext uri="{FF2B5EF4-FFF2-40B4-BE49-F238E27FC236}">
                <a16:creationId xmlns:a16="http://schemas.microsoft.com/office/drawing/2014/main" id="{790B3415-83C8-D14A-40AD-64A9864A586D}"/>
              </a:ext>
            </a:extLst>
          </p:cNvPr>
          <p:cNvSpPr txBox="1">
            <a:spLocks/>
          </p:cNvSpPr>
          <p:nvPr/>
        </p:nvSpPr>
        <p:spPr>
          <a:xfrm>
            <a:off x="824700" y="1073745"/>
            <a:ext cx="266366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b="1">
                <a:solidFill>
                  <a:srgbClr val="E84987"/>
                </a:solidFill>
                <a:latin typeface="Orbitron" panose="020B0604020202020204" charset="0"/>
              </a:rPr>
              <a:t>Linguagens de Programação mais utilizadas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4EF14DE-31F7-8F42-7B77-9747488B3E3B}"/>
              </a:ext>
            </a:extLst>
          </p:cNvPr>
          <p:cNvSpPr/>
          <p:nvPr/>
        </p:nvSpPr>
        <p:spPr>
          <a:xfrm>
            <a:off x="3457388" y="1660347"/>
            <a:ext cx="985194" cy="58979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pic>
        <p:nvPicPr>
          <p:cNvPr id="7174" name="Picture 6" descr="Projeto Jupyter – Wikipédia, a enciclopédia livre">
            <a:extLst>
              <a:ext uri="{FF2B5EF4-FFF2-40B4-BE49-F238E27FC236}">
                <a16:creationId xmlns:a16="http://schemas.microsoft.com/office/drawing/2014/main" id="{7B3B74E9-2FDB-4D58-4C91-1F58F3E2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800" y="1642267"/>
            <a:ext cx="621111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>
            <a:extLst>
              <a:ext uri="{FF2B5EF4-FFF2-40B4-BE49-F238E27FC236}">
                <a16:creationId xmlns:a16="http://schemas.microsoft.com/office/drawing/2014/main" id="{D0BF3D91-F48A-E105-6795-2091E8926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87" y="4005053"/>
            <a:ext cx="115585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Google Shape;593;p45">
            <a:extLst>
              <a:ext uri="{FF2B5EF4-FFF2-40B4-BE49-F238E27FC236}">
                <a16:creationId xmlns:a16="http://schemas.microsoft.com/office/drawing/2014/main" id="{C9C54EF7-7AEE-2571-1B81-A6D75EF03505}"/>
              </a:ext>
            </a:extLst>
          </p:cNvPr>
          <p:cNvSpPr/>
          <p:nvPr/>
        </p:nvSpPr>
        <p:spPr>
          <a:xfrm>
            <a:off x="632428" y="3897862"/>
            <a:ext cx="2925783" cy="754382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C93514E-8500-E1A2-9010-64A8D13EFDC0}"/>
              </a:ext>
            </a:extLst>
          </p:cNvPr>
          <p:cNvSpPr/>
          <p:nvPr/>
        </p:nvSpPr>
        <p:spPr>
          <a:xfrm rot="16200000">
            <a:off x="1575657" y="2798947"/>
            <a:ext cx="1044184" cy="58979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9" name="Google Shape;599;p45">
            <a:extLst>
              <a:ext uri="{FF2B5EF4-FFF2-40B4-BE49-F238E27FC236}">
                <a16:creationId xmlns:a16="http://schemas.microsoft.com/office/drawing/2014/main" id="{F76E1A8B-0648-291D-5D26-F3BC6DCF8637}"/>
              </a:ext>
            </a:extLst>
          </p:cNvPr>
          <p:cNvSpPr txBox="1">
            <a:spLocks/>
          </p:cNvSpPr>
          <p:nvPr/>
        </p:nvSpPr>
        <p:spPr>
          <a:xfrm>
            <a:off x="3457387" y="3979249"/>
            <a:ext cx="1809955" cy="7123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1100" b="1">
                <a:solidFill>
                  <a:srgbClr val="E84987"/>
                </a:solidFill>
                <a:latin typeface="Orbitron" panose="020B0604020202020204" charset="0"/>
              </a:rPr>
              <a:t>Base de dados (</a:t>
            </a:r>
            <a:r>
              <a:rPr lang="pt-PT" sz="1100" b="1" err="1">
                <a:solidFill>
                  <a:srgbClr val="E84987"/>
                </a:solidFill>
                <a:latin typeface="Orbitron" panose="020B0604020202020204" charset="0"/>
              </a:rPr>
              <a:t>Sql</a:t>
            </a:r>
            <a:r>
              <a:rPr lang="pt-PT" sz="1100" b="1">
                <a:solidFill>
                  <a:srgbClr val="E84987"/>
                </a:solidFill>
                <a:latin typeface="Orbitron" panose="020B0604020202020204" charset="0"/>
              </a:rPr>
              <a:t> ou </a:t>
            </a:r>
            <a:r>
              <a:rPr lang="pt-PT" sz="1100" b="1" err="1">
                <a:solidFill>
                  <a:srgbClr val="E84987"/>
                </a:solidFill>
                <a:latin typeface="Orbitron" panose="020B0604020202020204" charset="0"/>
              </a:rPr>
              <a:t>NoSql</a:t>
            </a:r>
            <a:r>
              <a:rPr lang="pt-PT" sz="1100" b="1">
                <a:solidFill>
                  <a:srgbClr val="E84987"/>
                </a:solidFill>
                <a:latin typeface="Orbitron" panose="020B0604020202020204" charset="0"/>
              </a:rPr>
              <a:t>)</a:t>
            </a:r>
          </a:p>
        </p:txBody>
      </p:sp>
      <p:pic>
        <p:nvPicPr>
          <p:cNvPr id="7180" name="Picture 12" descr="GitHub Logo, symbol, meaning, history, PNG, brand">
            <a:extLst>
              <a:ext uri="{FF2B5EF4-FFF2-40B4-BE49-F238E27FC236}">
                <a16:creationId xmlns:a16="http://schemas.microsoft.com/office/drawing/2014/main" id="{3A225153-8C32-611F-90D3-874EDC1C7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618" y="2733841"/>
            <a:ext cx="128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>
            <a:extLst>
              <a:ext uri="{FF2B5EF4-FFF2-40B4-BE49-F238E27FC236}">
                <a16:creationId xmlns:a16="http://schemas.microsoft.com/office/drawing/2014/main" id="{0ED5F3E2-DDF3-64A6-D33A-BB99E3DD0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624" y="1695322"/>
            <a:ext cx="1866987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Plus Sign 19">
            <a:extLst>
              <a:ext uri="{FF2B5EF4-FFF2-40B4-BE49-F238E27FC236}">
                <a16:creationId xmlns:a16="http://schemas.microsoft.com/office/drawing/2014/main" id="{FAB838CC-5AF9-85DE-D160-1935936D50BC}"/>
              </a:ext>
            </a:extLst>
          </p:cNvPr>
          <p:cNvSpPr/>
          <p:nvPr/>
        </p:nvSpPr>
        <p:spPr>
          <a:xfrm>
            <a:off x="5564212" y="1727004"/>
            <a:ext cx="540000" cy="540000"/>
          </a:xfrm>
          <a:prstGeom prst="mathPlu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B8C943D6-6C21-5E0F-8B63-51B16DBD7142}"/>
              </a:ext>
            </a:extLst>
          </p:cNvPr>
          <p:cNvSpPr/>
          <p:nvPr/>
        </p:nvSpPr>
        <p:spPr>
          <a:xfrm rot="10800000" flipH="1">
            <a:off x="5015344" y="2494069"/>
            <a:ext cx="1974273" cy="761747"/>
          </a:xfrm>
          <a:prstGeom prst="ben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4" name="Google Shape;1041;p60">
            <a:extLst>
              <a:ext uri="{FF2B5EF4-FFF2-40B4-BE49-F238E27FC236}">
                <a16:creationId xmlns:a16="http://schemas.microsoft.com/office/drawing/2014/main" id="{DFDB463F-2865-1592-7F83-FC0FA14E5D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6533" y="289916"/>
            <a:ext cx="4723867" cy="583873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úteis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729B96E-28B1-F19D-0327-85727E826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387" y="4026974"/>
            <a:ext cx="162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6753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41;p60">
            <a:extLst>
              <a:ext uri="{FF2B5EF4-FFF2-40B4-BE49-F238E27FC236}">
                <a16:creationId xmlns:a16="http://schemas.microsoft.com/office/drawing/2014/main" id="{457426FA-6B3F-DC24-F2BB-6F5A7ED15814}"/>
              </a:ext>
            </a:extLst>
          </p:cNvPr>
          <p:cNvSpPr txBox="1">
            <a:spLocks/>
          </p:cNvSpPr>
          <p:nvPr/>
        </p:nvSpPr>
        <p:spPr>
          <a:xfrm>
            <a:off x="2871226" y="2301899"/>
            <a:ext cx="3401547" cy="539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pt-PT" sz="4000" b="1">
                <a:latin typeface="Orbitron" panose="020B0604020202020204" charset="0"/>
              </a:rPr>
              <a:t>Obrigado </a:t>
            </a:r>
            <a:r>
              <a:rPr lang="pt-PT" sz="4000" b="1">
                <a:latin typeface="Orbitron" panose="020B0604020202020204" charset="0"/>
                <a:sym typeface="Wingdings" panose="05000000000000000000" pitchFamily="2" charset="2"/>
              </a:rPr>
              <a:t></a:t>
            </a:r>
            <a:endParaRPr lang="pt-PT" sz="4000" b="1">
              <a:latin typeface="Orbitro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08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ta Integration Project Plan by Slidesgo">
  <a:themeElements>
    <a:clrScheme name="Simple Light">
      <a:dk1>
        <a:srgbClr val="FFFFFF"/>
      </a:dk1>
      <a:lt1>
        <a:srgbClr val="191919"/>
      </a:lt1>
      <a:dk2>
        <a:srgbClr val="E84987"/>
      </a:dk2>
      <a:lt2>
        <a:srgbClr val="84BDE7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4BD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ISCTE">
      <a:dk1>
        <a:sysClr val="windowText" lastClr="000000"/>
      </a:dk1>
      <a:lt1>
        <a:sysClr val="window" lastClr="FFFFFF"/>
      </a:lt1>
      <a:dk2>
        <a:srgbClr val="0D28C2"/>
      </a:dk2>
      <a:lt2>
        <a:srgbClr val="F2F2F2"/>
      </a:lt2>
      <a:accent1>
        <a:srgbClr val="BFBFBF"/>
      </a:accent1>
      <a:accent2>
        <a:srgbClr val="14BFB8"/>
      </a:accent2>
      <a:accent3>
        <a:srgbClr val="25B748"/>
      </a:accent3>
      <a:accent4>
        <a:srgbClr val="E21F1B"/>
      </a:accent4>
      <a:accent5>
        <a:srgbClr val="F18D00"/>
      </a:accent5>
      <a:accent6>
        <a:srgbClr val="8517AC"/>
      </a:accent6>
      <a:hlink>
        <a:srgbClr val="14BFB8"/>
      </a:hlink>
      <a:folHlink>
        <a:srgbClr val="F18D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CTE Institucional_Template_V2.pptx" id="{6FC62CF6-86E5-4BB9-AB57-2505EB4A5825}" vid="{E6621D8A-16DA-4DB2-89A1-33B821A09ADC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65209DBFF0BD4CA334E984111739BD" ma:contentTypeVersion="17" ma:contentTypeDescription="Criar um novo documento." ma:contentTypeScope="" ma:versionID="dd185fb4eb22abfba1bbf1df215db036">
  <xsd:schema xmlns:xsd="http://www.w3.org/2001/XMLSchema" xmlns:xs="http://www.w3.org/2001/XMLSchema" xmlns:p="http://schemas.microsoft.com/office/2006/metadata/properties" xmlns:ns3="e5320658-45b1-444d-b7a9-3efd9c437958" xmlns:ns4="3f59f02c-74f8-4e70-b149-5783d454d21b" targetNamespace="http://schemas.microsoft.com/office/2006/metadata/properties" ma:root="true" ma:fieldsID="a7806ad5a617df065cd1e22143199572" ns3:_="" ns4:_="">
    <xsd:import namespace="e5320658-45b1-444d-b7a9-3efd9c437958"/>
    <xsd:import namespace="3f59f02c-74f8-4e70-b149-5783d454d2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0658-45b1-444d-b7a9-3efd9c437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9f02c-74f8-4e70-b149-5783d454d2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320658-45b1-444d-b7a9-3efd9c4379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87C926-6CF3-4705-8CA0-BBB019A4D072}">
  <ds:schemaRefs>
    <ds:schemaRef ds:uri="3f59f02c-74f8-4e70-b149-5783d454d21b"/>
    <ds:schemaRef ds:uri="e5320658-45b1-444d-b7a9-3efd9c4379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A69456-AD45-4FAE-A3FE-E52E07A917E9}">
  <ds:schemaRefs>
    <ds:schemaRef ds:uri="3f59f02c-74f8-4e70-b149-5783d454d21b"/>
    <ds:schemaRef ds:uri="e5320658-45b1-444d-b7a9-3efd9c4379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89D118-3070-4028-9A0B-F5A311099D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17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Data Integration Project Plan by Slidesgo</vt:lpstr>
      <vt:lpstr>2_Office Theme</vt:lpstr>
      <vt:lpstr>PowerPoint Presentation</vt:lpstr>
      <vt:lpstr>CRISP-DM  CRoss-Industry Standard Process for Data Mining</vt:lpstr>
      <vt:lpstr>Introdução ao CRISP-DM</vt:lpstr>
      <vt:lpstr>CRISP-DM (Curiosidades)</vt:lpstr>
      <vt:lpstr>CRISP-DM (Google Trends)</vt:lpstr>
      <vt:lpstr>Passos do CRISP-DM</vt:lpstr>
      <vt:lpstr>Business Understanding</vt:lpstr>
      <vt:lpstr>Data Understanding</vt:lpstr>
      <vt:lpstr>Data Preparation</vt:lpstr>
      <vt:lpstr>Modelling</vt:lpstr>
      <vt:lpstr>Modelling</vt:lpstr>
      <vt:lpstr>Modelling</vt:lpstr>
      <vt:lpstr>Modelling</vt:lpstr>
      <vt:lpstr>Evaluation</vt:lpstr>
      <vt:lpstr>Métricas de Avaliação</vt:lpstr>
      <vt:lpstr>Deployment</vt:lpstr>
      <vt:lpstr>PowerPoint Presentation</vt:lpstr>
      <vt:lpstr>Ferramentas</vt:lpstr>
      <vt:lpstr>Ferramentas úteis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2026-02-24T16:56:50Z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0x0101005B65209DBFF0BD4CA334E984111739BD</vt:lpwstr>
  </property>
</Properties>
</file>